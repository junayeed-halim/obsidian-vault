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453" r:id="rId2"/>
    <p:sldId id="425" r:id="rId3"/>
    <p:sldId id="490" r:id="rId4"/>
    <p:sldId id="383" r:id="rId5"/>
    <p:sldId id="454" r:id="rId6"/>
    <p:sldId id="422" r:id="rId7"/>
    <p:sldId id="455" r:id="rId8"/>
    <p:sldId id="476" r:id="rId9"/>
    <p:sldId id="487" r:id="rId10"/>
    <p:sldId id="469" r:id="rId11"/>
    <p:sldId id="480" r:id="rId12"/>
    <p:sldId id="477" r:id="rId13"/>
    <p:sldId id="478" r:id="rId14"/>
    <p:sldId id="479" r:id="rId15"/>
    <p:sldId id="481" r:id="rId16"/>
    <p:sldId id="488" r:id="rId17"/>
    <p:sldId id="485" r:id="rId18"/>
    <p:sldId id="482" r:id="rId19"/>
    <p:sldId id="486" r:id="rId20"/>
    <p:sldId id="489" r:id="rId2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8DA929-4D63-488F-82DA-12310E8EA416}" v="1" dt="2025-10-12T10:25:50.4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6024"/>
  </p:normalViewPr>
  <p:slideViewPr>
    <p:cSldViewPr snapToGrid="0">
      <p:cViewPr varScale="1">
        <p:scale>
          <a:sx n="122" d="100"/>
          <a:sy n="122" d="100"/>
        </p:scale>
        <p:origin x="1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i Yu" userId="c938b994-a30e-4cc7-a189-187a9b224868" providerId="ADAL" clId="{AC8DA929-4D63-488F-82DA-12310E8EA416}"/>
    <pc:docChg chg="custSel delSld modSld">
      <pc:chgData name="Shui Yu" userId="c938b994-a30e-4cc7-a189-187a9b224868" providerId="ADAL" clId="{AC8DA929-4D63-488F-82DA-12310E8EA416}" dt="2025-10-12T10:34:20.793" v="200" actId="6549"/>
      <pc:docMkLst>
        <pc:docMk/>
      </pc:docMkLst>
      <pc:sldChg chg="modSp mod">
        <pc:chgData name="Shui Yu" userId="c938b994-a30e-4cc7-a189-187a9b224868" providerId="ADAL" clId="{AC8DA929-4D63-488F-82DA-12310E8EA416}" dt="2025-10-12T10:20:22.367" v="77" actId="20577"/>
        <pc:sldMkLst>
          <pc:docMk/>
          <pc:sldMk cId="3969770561" sldId="425"/>
        </pc:sldMkLst>
        <pc:spChg chg="mod">
          <ac:chgData name="Shui Yu" userId="c938b994-a30e-4cc7-a189-187a9b224868" providerId="ADAL" clId="{AC8DA929-4D63-488F-82DA-12310E8EA416}" dt="2025-10-12T10:20:22.367" v="77" actId="20577"/>
          <ac:spMkLst>
            <pc:docMk/>
            <pc:sldMk cId="3969770561" sldId="425"/>
            <ac:spMk id="3" creationId="{00000000-0000-0000-0000-000000000000}"/>
          </ac:spMkLst>
        </pc:spChg>
      </pc:sldChg>
      <pc:sldChg chg="modSp mod">
        <pc:chgData name="Shui Yu" userId="c938b994-a30e-4cc7-a189-187a9b224868" providerId="ADAL" clId="{AC8DA929-4D63-488F-82DA-12310E8EA416}" dt="2025-10-12T10:25:50.469" v="83"/>
        <pc:sldMkLst>
          <pc:docMk/>
          <pc:sldMk cId="3557466470" sldId="469"/>
        </pc:sldMkLst>
        <pc:spChg chg="mod">
          <ac:chgData name="Shui Yu" userId="c938b994-a30e-4cc7-a189-187a9b224868" providerId="ADAL" clId="{AC8DA929-4D63-488F-82DA-12310E8EA416}" dt="2025-10-12T10:25:50.469" v="83"/>
          <ac:spMkLst>
            <pc:docMk/>
            <pc:sldMk cId="3557466470" sldId="469"/>
            <ac:spMk id="7" creationId="{57182255-5A9D-4B5A-0CDF-828B372F7DFC}"/>
          </ac:spMkLst>
        </pc:spChg>
      </pc:sldChg>
      <pc:sldChg chg="modSp mod">
        <pc:chgData name="Shui Yu" userId="c938b994-a30e-4cc7-a189-187a9b224868" providerId="ADAL" clId="{AC8DA929-4D63-488F-82DA-12310E8EA416}" dt="2025-10-12T10:31:14.990" v="187" actId="20577"/>
        <pc:sldMkLst>
          <pc:docMk/>
          <pc:sldMk cId="1207250842" sldId="478"/>
        </pc:sldMkLst>
        <pc:spChg chg="mod">
          <ac:chgData name="Shui Yu" userId="c938b994-a30e-4cc7-a189-187a9b224868" providerId="ADAL" clId="{AC8DA929-4D63-488F-82DA-12310E8EA416}" dt="2025-10-12T10:31:14.990" v="187" actId="20577"/>
          <ac:spMkLst>
            <pc:docMk/>
            <pc:sldMk cId="1207250842" sldId="478"/>
            <ac:spMk id="3" creationId="{73F0F319-6BA4-83CB-68CD-A0D0E4A5F4C0}"/>
          </ac:spMkLst>
        </pc:spChg>
      </pc:sldChg>
      <pc:sldChg chg="del">
        <pc:chgData name="Shui Yu" userId="c938b994-a30e-4cc7-a189-187a9b224868" providerId="ADAL" clId="{AC8DA929-4D63-488F-82DA-12310E8EA416}" dt="2025-10-12T10:33:59.277" v="189" actId="47"/>
        <pc:sldMkLst>
          <pc:docMk/>
          <pc:sldMk cId="2999573917" sldId="484"/>
        </pc:sldMkLst>
      </pc:sldChg>
      <pc:sldChg chg="modSp mod">
        <pc:chgData name="Shui Yu" userId="c938b994-a30e-4cc7-a189-187a9b224868" providerId="ADAL" clId="{AC8DA929-4D63-488F-82DA-12310E8EA416}" dt="2025-10-12T10:33:14" v="188" actId="114"/>
        <pc:sldMkLst>
          <pc:docMk/>
          <pc:sldMk cId="1805699632" sldId="485"/>
        </pc:sldMkLst>
        <pc:spChg chg="mod">
          <ac:chgData name="Shui Yu" userId="c938b994-a30e-4cc7-a189-187a9b224868" providerId="ADAL" clId="{AC8DA929-4D63-488F-82DA-12310E8EA416}" dt="2025-10-12T10:33:14" v="188" actId="114"/>
          <ac:spMkLst>
            <pc:docMk/>
            <pc:sldMk cId="1805699632" sldId="485"/>
            <ac:spMk id="3" creationId="{73F0F319-6BA4-83CB-68CD-A0D0E4A5F4C0}"/>
          </ac:spMkLst>
        </pc:spChg>
      </pc:sldChg>
      <pc:sldChg chg="modSp mod">
        <pc:chgData name="Shui Yu" userId="c938b994-a30e-4cc7-a189-187a9b224868" providerId="ADAL" clId="{AC8DA929-4D63-488F-82DA-12310E8EA416}" dt="2025-10-12T10:34:20.793" v="200" actId="6549"/>
        <pc:sldMkLst>
          <pc:docMk/>
          <pc:sldMk cId="2414464636" sldId="489"/>
        </pc:sldMkLst>
        <pc:spChg chg="mod">
          <ac:chgData name="Shui Yu" userId="c938b994-a30e-4cc7-a189-187a9b224868" providerId="ADAL" clId="{AC8DA929-4D63-488F-82DA-12310E8EA416}" dt="2025-10-12T10:34:20.793" v="200" actId="6549"/>
          <ac:spMkLst>
            <pc:docMk/>
            <pc:sldMk cId="2414464636" sldId="489"/>
            <ac:spMk id="3" creationId="{73F0F319-6BA4-83CB-68CD-A0D0E4A5F4C0}"/>
          </ac:spMkLst>
        </pc:spChg>
      </pc:sldChg>
    </pc:docChg>
  </pc:docChgLst>
  <pc:docChgLst>
    <pc:chgData name="Shui Yu" userId="c938b994-a30e-4cc7-a189-187a9b224868" providerId="ADAL" clId="{B2E84A5F-9039-44A7-8680-867BD91EC9FD}"/>
    <pc:docChg chg="modShowInfo">
      <pc:chgData name="Shui Yu" userId="c938b994-a30e-4cc7-a189-187a9b224868" providerId="ADAL" clId="{B2E84A5F-9039-44A7-8680-867BD91EC9FD}" dt="2024-09-02T01:53:50.529" v="0" actId="2744"/>
      <pc:docMkLst>
        <pc:docMk/>
      </pc:docMkLst>
    </pc:docChg>
  </pc:docChgLst>
  <pc:docChgLst>
    <pc:chgData name="Shui Yu" userId="c938b994-a30e-4cc7-a189-187a9b224868" providerId="ADAL" clId="{BED758D0-3745-4D17-9635-AE3B46690215}"/>
    <pc:docChg chg="custSel modSld">
      <pc:chgData name="Shui Yu" userId="c938b994-a30e-4cc7-a189-187a9b224868" providerId="ADAL" clId="{BED758D0-3745-4D17-9635-AE3B46690215}" dt="2024-10-24T05:07:53.393" v="197" actId="5793"/>
      <pc:docMkLst>
        <pc:docMk/>
      </pc:docMkLst>
      <pc:sldChg chg="modSp mod">
        <pc:chgData name="Shui Yu" userId="c938b994-a30e-4cc7-a189-187a9b224868" providerId="ADAL" clId="{BED758D0-3745-4D17-9635-AE3B46690215}" dt="2024-10-24T03:27:07.249" v="6" actId="20577"/>
        <pc:sldMkLst>
          <pc:docMk/>
          <pc:sldMk cId="3969770561" sldId="425"/>
        </pc:sldMkLst>
      </pc:sldChg>
      <pc:sldChg chg="modSp mod">
        <pc:chgData name="Shui Yu" userId="c938b994-a30e-4cc7-a189-187a9b224868" providerId="ADAL" clId="{BED758D0-3745-4D17-9635-AE3B46690215}" dt="2024-10-24T05:06:50.235" v="191" actId="20577"/>
        <pc:sldMkLst>
          <pc:docMk/>
          <pc:sldMk cId="406802244" sldId="455"/>
        </pc:sldMkLst>
      </pc:sldChg>
      <pc:sldChg chg="modSp mod">
        <pc:chgData name="Shui Yu" userId="c938b994-a30e-4cc7-a189-187a9b224868" providerId="ADAL" clId="{BED758D0-3745-4D17-9635-AE3B46690215}" dt="2024-10-24T05:07:53.393" v="197" actId="5793"/>
        <pc:sldMkLst>
          <pc:docMk/>
          <pc:sldMk cId="2414464636" sldId="489"/>
        </pc:sldMkLst>
      </pc:sldChg>
    </pc:docChg>
  </pc:docChgLst>
  <pc:docChgLst>
    <pc:chgData name="Shui Yu" userId="c938b994-a30e-4cc7-a189-187a9b224868" providerId="ADAL" clId="{4658FA77-FA9D-430C-8F6D-092DC455BEA8}"/>
    <pc:docChg chg="custSel addSld delSld modSld">
      <pc:chgData name="Shui Yu" userId="c938b994-a30e-4cc7-a189-187a9b224868" providerId="ADAL" clId="{4658FA77-FA9D-430C-8F6D-092DC455BEA8}" dt="2023-10-23T01:13:54.710" v="965" actId="20577"/>
      <pc:docMkLst>
        <pc:docMk/>
      </pc:docMkLst>
      <pc:sldChg chg="del">
        <pc:chgData name="Shui Yu" userId="c938b994-a30e-4cc7-a189-187a9b224868" providerId="ADAL" clId="{4658FA77-FA9D-430C-8F6D-092DC455BEA8}" dt="2023-09-29T05:53:51.892" v="0" actId="47"/>
        <pc:sldMkLst>
          <pc:docMk/>
          <pc:sldMk cId="2997549935" sldId="256"/>
        </pc:sldMkLst>
      </pc:sldChg>
      <pc:sldChg chg="modSp mod">
        <pc:chgData name="Shui Yu" userId="c938b994-a30e-4cc7-a189-187a9b224868" providerId="ADAL" clId="{4658FA77-FA9D-430C-8F6D-092DC455BEA8}" dt="2023-10-06T05:23:16.108" v="21" actId="255"/>
        <pc:sldMkLst>
          <pc:docMk/>
          <pc:sldMk cId="2788855318" sldId="383"/>
        </pc:sldMkLst>
      </pc:sldChg>
      <pc:sldChg chg="modSp mod">
        <pc:chgData name="Shui Yu" userId="c938b994-a30e-4cc7-a189-187a9b224868" providerId="ADAL" clId="{4658FA77-FA9D-430C-8F6D-092DC455BEA8}" dt="2023-10-06T05:27:47.568" v="27" actId="20577"/>
        <pc:sldMkLst>
          <pc:docMk/>
          <pc:sldMk cId="3514961087" sldId="422"/>
        </pc:sldMkLst>
      </pc:sldChg>
      <pc:sldChg chg="modSp mod">
        <pc:chgData name="Shui Yu" userId="c938b994-a30e-4cc7-a189-187a9b224868" providerId="ADAL" clId="{4658FA77-FA9D-430C-8F6D-092DC455BEA8}" dt="2023-10-23T01:02:33.727" v="958" actId="20577"/>
        <pc:sldMkLst>
          <pc:docMk/>
          <pc:sldMk cId="3969770561" sldId="425"/>
        </pc:sldMkLst>
      </pc:sldChg>
      <pc:sldChg chg="del">
        <pc:chgData name="Shui Yu" userId="c938b994-a30e-4cc7-a189-187a9b224868" providerId="ADAL" clId="{4658FA77-FA9D-430C-8F6D-092DC455BEA8}" dt="2023-10-23T01:04:47.991" v="959" actId="2696"/>
        <pc:sldMkLst>
          <pc:docMk/>
          <pc:sldMk cId="485288975" sldId="454"/>
        </pc:sldMkLst>
      </pc:sldChg>
      <pc:sldChg chg="add">
        <pc:chgData name="Shui Yu" userId="c938b994-a30e-4cc7-a189-187a9b224868" providerId="ADAL" clId="{4658FA77-FA9D-430C-8F6D-092DC455BEA8}" dt="2023-10-23T01:04:50.027" v="960"/>
        <pc:sldMkLst>
          <pc:docMk/>
          <pc:sldMk cId="3106953760" sldId="454"/>
        </pc:sldMkLst>
      </pc:sldChg>
      <pc:sldChg chg="modSp mod">
        <pc:chgData name="Shui Yu" userId="c938b994-a30e-4cc7-a189-187a9b224868" providerId="ADAL" clId="{4658FA77-FA9D-430C-8F6D-092DC455BEA8}" dt="2023-10-18T01:26:00.723" v="111" actId="20577"/>
        <pc:sldMkLst>
          <pc:docMk/>
          <pc:sldMk cId="3557466470" sldId="469"/>
        </pc:sldMkLst>
      </pc:sldChg>
      <pc:sldChg chg="modSp mod">
        <pc:chgData name="Shui Yu" userId="c938b994-a30e-4cc7-a189-187a9b224868" providerId="ADAL" clId="{4658FA77-FA9D-430C-8F6D-092DC455BEA8}" dt="2023-10-18T01:31:17.705" v="126" actId="20577"/>
        <pc:sldMkLst>
          <pc:docMk/>
          <pc:sldMk cId="631025848" sldId="481"/>
        </pc:sldMkLst>
      </pc:sldChg>
      <pc:sldChg chg="del">
        <pc:chgData name="Shui Yu" userId="c938b994-a30e-4cc7-a189-187a9b224868" providerId="ADAL" clId="{4658FA77-FA9D-430C-8F6D-092DC455BEA8}" dt="2023-10-23T01:12:50.086" v="964" actId="47"/>
        <pc:sldMkLst>
          <pc:docMk/>
          <pc:sldMk cId="2735566526" sldId="483"/>
        </pc:sldMkLst>
      </pc:sldChg>
      <pc:sldChg chg="modSp mod">
        <pc:chgData name="Shui Yu" userId="c938b994-a30e-4cc7-a189-187a9b224868" providerId="ADAL" clId="{4658FA77-FA9D-430C-8F6D-092DC455BEA8}" dt="2023-10-23T01:11:35.293" v="963" actId="20577"/>
        <pc:sldMkLst>
          <pc:docMk/>
          <pc:sldMk cId="1805699632" sldId="485"/>
        </pc:sldMkLst>
      </pc:sldChg>
      <pc:sldChg chg="modSp mod">
        <pc:chgData name="Shui Yu" userId="c938b994-a30e-4cc7-a189-187a9b224868" providerId="ADAL" clId="{4658FA77-FA9D-430C-8F6D-092DC455BEA8}" dt="2023-10-18T01:23:09.438" v="56" actId="20577"/>
        <pc:sldMkLst>
          <pc:docMk/>
          <pc:sldMk cId="1211766686" sldId="487"/>
        </pc:sldMkLst>
      </pc:sldChg>
      <pc:sldChg chg="modSp add mod">
        <pc:chgData name="Shui Yu" userId="c938b994-a30e-4cc7-a189-187a9b224868" providerId="ADAL" clId="{4658FA77-FA9D-430C-8F6D-092DC455BEA8}" dt="2023-10-18T01:34:41.955" v="400" actId="5793"/>
        <pc:sldMkLst>
          <pc:docMk/>
          <pc:sldMk cId="55394004" sldId="488"/>
        </pc:sldMkLst>
      </pc:sldChg>
      <pc:sldChg chg="delSp modSp add mod">
        <pc:chgData name="Shui Yu" userId="c938b994-a30e-4cc7-a189-187a9b224868" providerId="ADAL" clId="{4658FA77-FA9D-430C-8F6D-092DC455BEA8}" dt="2023-10-23T01:13:54.710" v="965" actId="20577"/>
        <pc:sldMkLst>
          <pc:docMk/>
          <pc:sldMk cId="2414464636" sldId="489"/>
        </pc:sldMkLst>
      </pc:sldChg>
      <pc:sldChg chg="add">
        <pc:chgData name="Shui Yu" userId="c938b994-a30e-4cc7-a189-187a9b224868" providerId="ADAL" clId="{4658FA77-FA9D-430C-8F6D-092DC455BEA8}" dt="2023-10-18T01:50:47.505" v="709"/>
        <pc:sldMkLst>
          <pc:docMk/>
          <pc:sldMk cId="544514447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A58F3-DEE2-0543-8917-BC78C3449BD5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E8C173-AB66-FD4E-BDB4-07318166A17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94315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28C508-9378-416B-A78D-286D55287404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1A85E-2E62-A534-ABA2-1139CB98993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1868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251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2088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E8C173-AB66-FD4E-BDB4-07318166A170}" type="slidenum">
              <a:rPr lang="en-CN" smtClean="0"/>
              <a:t>18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413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B3076-4008-B344-1AD5-C58613C71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BBA438-B26C-C082-D985-E2946CA7B3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D5E9-699A-1944-9A68-30169CE10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ED068-3A0B-44C1-AF01-D9467BB85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F1833-687A-6558-265B-6F3CF9D2A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534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9B814-010F-21D0-23BC-7042749F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6BC82-88B2-8215-530C-B8BA5138C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202E-6431-B5B1-059C-25035E383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1D5F8-F360-A4F2-32AD-2E30D49A9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3A107-3ED8-B010-63C0-60C2CA16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908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1CDF8-6A4D-10C6-5FC4-4E533D0D8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649867-B0E1-8081-4774-2D53BDEB1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E6E44-744C-BF6B-99F8-2BD915036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A2D70-495C-A747-7597-BD5131D2C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CDB20-5B6B-1FB5-ADFF-A3B6A3D2F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1692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ED315-0745-E74B-1879-3F22C9FE3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C9436-7A36-4795-83C2-3930D852B7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EAE20-C5DA-BF71-0726-A401AFF882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95F62-3711-08D6-7406-8BE07695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E1E62-BFF9-984D-A073-14AB1D63A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582B8-BE21-7780-5898-B98A66DB4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42807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E93E0-79A9-5489-72BE-E1C71321A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29DB9-7AF6-97D4-DBAB-7521A9D5D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C88C7-45F1-C324-320F-D20196994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6BB0F1-B202-430B-669D-C67A29F7E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9DD668-EA51-9DB5-CB5A-D3B5B4F71E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F9038D-7542-BC1D-FC6D-1D3844330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DB2862-75B0-FD74-411E-3CA9D121A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F28158-7EE1-EE95-54E0-D7D9FD749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78510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9024E-B83D-C6AC-1D08-E4B2FD221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B82D46-F31C-3B04-60D0-E53E3147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B5EC2F-BB59-29BC-7AB2-32ED4C684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928ACE-4213-E605-26DA-10D604AE0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749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4831A4-CAC4-C01D-F508-828C56B34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FCEA54-4F19-3053-6556-7978C763A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1D6CE-8F91-6CCA-8E2E-50E880B95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616106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79D6E-A1E8-B741-BB5F-F2D44DF59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10021-80BD-7A0D-0A0E-03AEEEEBC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926C5-72B2-390F-F937-5EA062256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3609-7E00-04EA-6BBA-17E9290A3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1B6FFF-1807-294C-DFBF-6A2D55FA9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4B448-6659-1910-3AAE-E302EF550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38826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AAF9E-4943-F7BF-D02E-E91C3CD53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1094E5-79C6-D270-5DED-B0A225821B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70759-718B-D66A-09FA-9A8BD8D502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3B82-26E8-75CF-E7E7-735504E64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9796A-9958-8A2F-2633-5A2EFA5A6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4FE8ED-FFF2-9C2D-CFDE-69FD361F0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7685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5B559-F4A5-E172-4B78-6865E146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4F50E2-58F7-8EC5-88AE-DCEDB402A2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FC9AD-C053-4535-FCD2-6D8F7518C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14734-BBF6-3D45-7EF2-2C8AC6530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55E2E-8FC9-6E22-7CE6-080003DB3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1985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C82C84-9454-664F-9342-5E789537B3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279263-D9F0-DC4E-CBF2-3F8C5B22A0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8034E-882D-F23C-0CD9-DF79FCB7E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0CEDF5-D685-A5D6-FEA8-2BD4E711E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8EA0C-0F9A-C821-51D4-DA6BFF1DC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47335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17417 UTS Corp PPT 16x9_new logo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81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490513" y="3039415"/>
            <a:ext cx="7344912" cy="1231107"/>
          </a:xfrm>
        </p:spPr>
        <p:txBody>
          <a:bodyPr/>
          <a:lstStyle>
            <a:lvl1pPr>
              <a:lnSpc>
                <a:spcPts val="4800"/>
              </a:lnSpc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7934313" y="6370147"/>
            <a:ext cx="3860800" cy="3077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AU"/>
              <a:t>Add a footer</a:t>
            </a:r>
            <a:endParaRPr lang="en-AU" dirty="0"/>
          </a:p>
        </p:txBody>
      </p:sp>
      <p:sp>
        <p:nvSpPr>
          <p:cNvPr id="29" name="TextBox 28"/>
          <p:cNvSpPr txBox="1"/>
          <p:nvPr userDrawn="1"/>
        </p:nvSpPr>
        <p:spPr>
          <a:xfrm>
            <a:off x="3434369" y="6429884"/>
            <a:ext cx="3777801" cy="222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1760"/>
              </a:lnSpc>
            </a:pPr>
            <a:r>
              <a:rPr lang="en-AU" sz="1467" cap="all" baseline="0" noProof="0" dirty="0">
                <a:solidFill>
                  <a:schemeClr val="bg1"/>
                </a:solidFill>
              </a:rPr>
              <a:t>uts cricos provider code: 00099f</a:t>
            </a:r>
          </a:p>
        </p:txBody>
      </p:sp>
    </p:spTree>
    <p:extLst>
      <p:ext uri="{BB962C8B-B14F-4D97-AF65-F5344CB8AC3E}">
        <p14:creationId xmlns:p14="http://schemas.microsoft.com/office/powerpoint/2010/main" val="2904016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68CAF9-B4FB-411E-FB44-82FDAA44E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D5044A-951B-4CC8-FDAE-8BF77619E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08871-7D57-C5C3-B793-8E1D2F6C6C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6C83C-441A-F649-BA38-D09C54308439}" type="datetimeFigureOut">
              <a:rPr lang="en-CN" smtClean="0"/>
              <a:t>10/12/2025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F18A2-839C-957A-B45D-7CC4B6743B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170C8F-81E0-4160-EA18-A6C704626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8B260-71D2-7447-B65A-67E4BCE86F6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50298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fs.uts.edu.a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3845980" y="1594616"/>
            <a:ext cx="8176665" cy="1231107"/>
          </a:xfrm>
        </p:spPr>
        <p:txBody>
          <a:bodyPr/>
          <a:lstStyle/>
          <a:p>
            <a:r>
              <a:rPr lang="en-US" dirty="0"/>
              <a:t>41183 PRIVACY PRESERVING</a:t>
            </a:r>
          </a:p>
        </p:txBody>
      </p:sp>
      <p:sp>
        <p:nvSpPr>
          <p:cNvPr id="6" name="Title 4"/>
          <p:cNvSpPr txBox="1">
            <a:spLocks/>
          </p:cNvSpPr>
          <p:nvPr/>
        </p:nvSpPr>
        <p:spPr>
          <a:xfrm>
            <a:off x="4060218" y="3626762"/>
            <a:ext cx="6475259" cy="44550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200" b="1" i="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933" cap="none" dirty="0"/>
              <a:t>Lecture 11. Machine Unlearning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AU" dirty="0" err="1"/>
              <a:t>ssignment</a:t>
            </a:r>
            <a:r>
              <a:rPr lang="en-AU" dirty="0"/>
              <a:t>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CN" dirty="0"/>
              <a:t>Due on Fri</a:t>
            </a:r>
            <a:r>
              <a:rPr lang="en-AU" b="0" i="0" u="none" strike="noStrike" baseline="0" dirty="0">
                <a:latin typeface="ArialMT"/>
              </a:rPr>
              <a:t>day, 11:59 pm, </a:t>
            </a:r>
            <a:r>
              <a:rPr lang="en-AU" dirty="0">
                <a:latin typeface="ArialMT"/>
              </a:rPr>
              <a:t>October</a:t>
            </a:r>
            <a:r>
              <a:rPr lang="en-AU" b="0" i="0" u="none" strike="noStrike" baseline="0" dirty="0">
                <a:latin typeface="ArialMT"/>
              </a:rPr>
              <a:t> 24, 2025</a:t>
            </a:r>
            <a:endParaRPr lang="en-US" altLang="zh-CN" dirty="0"/>
          </a:p>
          <a:p>
            <a:r>
              <a:rPr lang="en-US" dirty="0"/>
              <a:t>Individual work</a:t>
            </a:r>
          </a:p>
          <a:p>
            <a:r>
              <a:rPr lang="en-US" dirty="0"/>
              <a:t>You can use the previous topic, but NOT using Assignment 1 content</a:t>
            </a:r>
          </a:p>
          <a:p>
            <a:r>
              <a:rPr lang="en-US" dirty="0"/>
              <a:t>It is NOT allowed to using AI to complete your assignment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is NO exam for this subject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complete the survey. Thanks.</a:t>
            </a:r>
          </a:p>
          <a:p>
            <a:pPr marL="0" indent="0">
              <a:buNone/>
            </a:pPr>
            <a:r>
              <a:rPr lang="en-AU" sz="1800" kern="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DengXian" panose="02010600030101010101" pitchFamily="2" charset="-122"/>
              </a:rPr>
              <a:t>Students can access the online survey at </a:t>
            </a:r>
          </a:p>
          <a:p>
            <a:pPr marL="0" indent="0">
              <a:buNone/>
            </a:pPr>
            <a:r>
              <a:rPr lang="en-AU" sz="1800" u="sng" kern="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DengXian" panose="02010600030101010101" pitchFamily="2" charset="-122"/>
                <a:hlinkClick r:id="rId3"/>
              </a:rPr>
              <a:t>www.sfs.uts.edu.au</a:t>
            </a:r>
            <a:r>
              <a:rPr lang="en-AU" sz="1800" kern="0" dirty="0">
                <a:solidFill>
                  <a:srgbClr val="444444"/>
                </a:solidFill>
                <a:effectLst/>
                <a:latin typeface="Arial" panose="020B0604020202020204" pitchFamily="34" charset="0"/>
                <a:ea typeface="DengXian" panose="02010600030101010101" pitchFamily="2" charset="-122"/>
              </a:rPr>
              <a:t> via their mobile devices</a:t>
            </a:r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9770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Background of machine unlearning (MU)</a:t>
            </a:r>
          </a:p>
          <a:p>
            <a:r>
              <a:rPr lang="en-US" altLang="zh-CN" dirty="0"/>
              <a:t>Machine unlearning algorithms</a:t>
            </a:r>
          </a:p>
          <a:p>
            <a:pPr lvl="1"/>
            <a:r>
              <a:rPr lang="en-US" altLang="zh-CN" dirty="0"/>
              <a:t>Exact unlearning (fast retraining)</a:t>
            </a:r>
          </a:p>
          <a:p>
            <a:pPr lvl="1"/>
            <a:r>
              <a:rPr lang="en-US" altLang="zh-CN" dirty="0"/>
              <a:t>Approximate unlearning</a:t>
            </a:r>
          </a:p>
          <a:p>
            <a:r>
              <a:rPr lang="en-US" altLang="zh-CN" dirty="0"/>
              <a:t>Unlearning verification</a:t>
            </a:r>
          </a:p>
          <a:p>
            <a:r>
              <a:rPr lang="en-US" altLang="zh-CN" dirty="0"/>
              <a:t>Privacy and security issues in machine unlearning</a:t>
            </a:r>
            <a:endParaRPr lang="en-AU" dirty="0"/>
          </a:p>
          <a:p>
            <a:pPr lvl="1"/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4514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>
            <a:normAutofit/>
          </a:bodyPr>
          <a:lstStyle/>
          <a:p>
            <a:r>
              <a:rPr lang="en-US" sz="5400" dirty="0"/>
              <a:t>Background of </a:t>
            </a:r>
            <a:r>
              <a:rPr lang="en-US" altLang="zh-CN" sz="5400" dirty="0"/>
              <a:t>Machine Unlearning</a:t>
            </a:r>
            <a:endParaRPr lang="en-US" sz="5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2788855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machine unlearning?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530" y="2353628"/>
            <a:ext cx="2419350" cy="1955482"/>
          </a:xfrm>
        </p:spPr>
        <p:txBody>
          <a:bodyPr>
            <a:normAutofit/>
          </a:bodyPr>
          <a:lstStyle/>
          <a:p>
            <a:pPr marL="0" lvl="1" indent="0">
              <a:buNone/>
            </a:pPr>
            <a:r>
              <a:rPr lang="en-US" altLang="zh-CN" dirty="0"/>
              <a:t>Remove the trace of user-specified samples from an already-trained ML model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5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E92B39-BCFB-A436-A489-BC6FDB1EA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80249"/>
            <a:ext cx="8138160" cy="4972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95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need machine unlearning?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263352" cy="4351338"/>
          </a:xfrm>
        </p:spPr>
        <p:txBody>
          <a:bodyPr>
            <a:normAutofit/>
          </a:bodyPr>
          <a:lstStyle/>
          <a:p>
            <a:pPr marL="177800" lvl="1" indent="-177800"/>
            <a:r>
              <a:rPr lang="en-US" altLang="zh-CN" dirty="0"/>
              <a:t>People are increasingly concerned about their private information and the corresponding </a:t>
            </a:r>
            <a:r>
              <a:rPr lang="en-US" altLang="zh-CN" b="1" i="1" dirty="0"/>
              <a:t>Right to be forgotten </a:t>
            </a:r>
            <a:r>
              <a:rPr lang="en-US" altLang="zh-CN" dirty="0"/>
              <a:t>was legislated worldwide.</a:t>
            </a:r>
          </a:p>
          <a:p>
            <a:pPr marL="635000" lvl="2" indent="-177800"/>
            <a:r>
              <a:rPr lang="en-US" altLang="zh-CN" dirty="0"/>
              <a:t>The General Data Protection Regulation (GDPR) in the European Union</a:t>
            </a:r>
          </a:p>
          <a:p>
            <a:pPr marL="635000" lvl="2" indent="-177800"/>
            <a:r>
              <a:rPr lang="en-US" altLang="zh-CN" dirty="0"/>
              <a:t>The PIPEDA privacy legislation in Canada</a:t>
            </a:r>
          </a:p>
          <a:p>
            <a:pPr marL="635000" lvl="2" indent="-177800"/>
            <a:r>
              <a:rPr lang="en-US" altLang="zh-CN" dirty="0"/>
              <a:t>The California Consumer Privacy Act (CCPA) in the United States</a:t>
            </a:r>
          </a:p>
          <a:p>
            <a:pPr marL="635000" lvl="2" indent="-177800"/>
            <a:r>
              <a:rPr lang="en-US" altLang="zh-CN" dirty="0"/>
              <a:t>…</a:t>
            </a:r>
          </a:p>
          <a:p>
            <a:pPr marL="177800" lvl="1" indent="-177800"/>
            <a:r>
              <a:rPr lang="en-US" altLang="zh-CN" dirty="0"/>
              <a:t>It is easy to remove a data sample from databases, but is hard to remove the contribution of the data samples from an already-trained machine learning model.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4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496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Challenges when we design MU algorithms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263352" cy="4351338"/>
          </a:xfrm>
        </p:spPr>
        <p:txBody>
          <a:bodyPr>
            <a:normAutofit/>
          </a:bodyPr>
          <a:lstStyle/>
          <a:p>
            <a:pPr marL="177800" lvl="1" indent="-177800"/>
            <a:r>
              <a:rPr lang="en-US" altLang="zh-CN" dirty="0"/>
              <a:t>Stochasticity of training</a:t>
            </a:r>
          </a:p>
          <a:p>
            <a:pPr marL="635000" lvl="2" indent="-177800"/>
            <a:r>
              <a:rPr lang="en-US" altLang="zh-CN" dirty="0"/>
              <a:t>A huge amount of randomness exists in the training process during machine learning.</a:t>
            </a:r>
          </a:p>
          <a:p>
            <a:pPr marL="177800" lvl="1" indent="-177800"/>
            <a:r>
              <a:rPr lang="en-US" altLang="zh-CN" dirty="0"/>
              <a:t>Incrementality of training</a:t>
            </a:r>
          </a:p>
          <a:p>
            <a:pPr marL="635000" lvl="2" indent="-177800"/>
            <a:r>
              <a:rPr lang="en-US" altLang="zh-CN" dirty="0"/>
              <a:t>The training process in machine learning is an incremental procedure.</a:t>
            </a:r>
          </a:p>
          <a:p>
            <a:pPr marL="177800" lvl="1" indent="-177800"/>
            <a:r>
              <a:rPr lang="en-US" altLang="zh-CN" dirty="0"/>
              <a:t>Catastrophe of unlearning</a:t>
            </a:r>
          </a:p>
          <a:p>
            <a:pPr marL="0" lvl="1" indent="0">
              <a:buNone/>
            </a:pPr>
            <a:r>
              <a:rPr lang="en-US" altLang="zh-CN" dirty="0"/>
              <a:t>       Implementing unlearning a model usually makes the unlearned model perform worse than the model retrained from scratch and even causes huge utility loss. </a:t>
            </a:r>
          </a:p>
          <a:p>
            <a:pPr marL="177800" lvl="1" indent="-177800"/>
            <a:r>
              <a:rPr lang="en-US" altLang="zh-CN" dirty="0"/>
              <a:t>MU under Federated Learning setting</a:t>
            </a:r>
          </a:p>
          <a:p>
            <a:pPr marL="635000" lvl="2" indent="-177800"/>
            <a:r>
              <a:rPr lang="en-US" altLang="zh-CN" dirty="0"/>
              <a:t>Request to unlearn a dataset, but not reveal it to the server. </a:t>
            </a:r>
          </a:p>
          <a:p>
            <a:pPr marL="635000" lvl="2" indent="-177800"/>
            <a:endParaRPr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6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6802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dirty="0"/>
              <a:t>MU Algorithms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7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4225506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MU algorithms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8</a:t>
            </a:r>
            <a:endParaRPr lang="en-AU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57182255-5A9D-4B5A-0CDF-828B372F7DFC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263352" cy="385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US" altLang="zh-CN" dirty="0"/>
              <a:t>The aim of machine unlearning is removing the trace of the erased samples from an already-trained model. In other words, we hope the unlearned model is equivalent to retrained model based on the remaining dataset by removing the erased data.</a:t>
            </a:r>
          </a:p>
          <a:p>
            <a:pPr marL="0" lvl="1" indent="0">
              <a:buNone/>
            </a:pPr>
            <a:endParaRPr lang="en-US" altLang="zh-CN" dirty="0"/>
          </a:p>
          <a:p>
            <a:pPr marL="0" lvl="1" indent="0">
              <a:buNone/>
            </a:pPr>
            <a:r>
              <a:rPr lang="en-US" altLang="zh-CN" dirty="0"/>
              <a:t>There are two main kinds solutions:</a:t>
            </a:r>
          </a:p>
          <a:p>
            <a:pPr marL="457200" lvl="1" indent="-457200">
              <a:buFont typeface="+mj-lt"/>
              <a:buAutoNum type="arabicPeriod"/>
            </a:pPr>
            <a:r>
              <a:rPr lang="en-US" altLang="zh-CN" dirty="0"/>
              <a:t>Exact unlearning (fast retraining)</a:t>
            </a:r>
          </a:p>
          <a:p>
            <a:pPr marL="457200" lvl="1" indent="-457200">
              <a:buFont typeface="+mj-lt"/>
              <a:buAutoNum type="arabicPeriod"/>
            </a:pPr>
            <a:r>
              <a:rPr lang="en-US" altLang="zh-CN" dirty="0"/>
              <a:t>Approximate unlearning</a:t>
            </a:r>
          </a:p>
        </p:txBody>
      </p:sp>
    </p:spTree>
    <p:extLst>
      <p:ext uri="{BB962C8B-B14F-4D97-AF65-F5344CB8AC3E}">
        <p14:creationId xmlns:p14="http://schemas.microsoft.com/office/powerpoint/2010/main" val="12117666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Exact unlearning (fast retraining)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9</a:t>
            </a:r>
            <a:endParaRPr lang="en-AU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57182255-5A9D-4B5A-0CDF-828B372F7DFC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26335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lvl="1" indent="-177800"/>
            <a:r>
              <a:rPr lang="en-US" altLang="zh-CN" dirty="0"/>
              <a:t>Exact unlearning must ensure the unlearned model never ‘see’ the erased data. One simple implementation is retraining from scratch, called </a:t>
            </a:r>
            <a:r>
              <a:rPr lang="en-US" altLang="zh-CN" b="1" dirty="0"/>
              <a:t>naïve retraining</a:t>
            </a:r>
            <a:r>
              <a:rPr lang="en-US" altLang="zh-CN" dirty="0"/>
              <a:t>.</a:t>
            </a:r>
          </a:p>
          <a:p>
            <a:pPr marL="177800" lvl="1" indent="-177800"/>
            <a:r>
              <a:rPr lang="en-US" altLang="zh-CN" dirty="0"/>
              <a:t>Studies on exact unlearning aim to improve the unlearning efficiency and reduce the computation and storage costs.</a:t>
            </a:r>
          </a:p>
          <a:p>
            <a:pPr marL="635000" lvl="2" indent="-177800"/>
            <a:r>
              <a:rPr lang="en-US" altLang="zh-CN" dirty="0"/>
              <a:t>One representative example is SISA (Sharded, Isolated, Sliced, and Aggregated training), which split the whole dataset into sub-datasets and train sub-models based on the split subsets, so that when the unlearning requirements occurs, the model server only need to retrain the corresponding sub-model.</a:t>
            </a:r>
          </a:p>
          <a:p>
            <a:pPr marL="635000" lvl="2" indent="-177800"/>
            <a:endParaRPr lang="en-US" altLang="zh-CN" dirty="0"/>
          </a:p>
          <a:p>
            <a:pPr marL="635000" lvl="2" indent="-177800"/>
            <a:endParaRPr lang="en-US" altLang="zh-CN" dirty="0"/>
          </a:p>
          <a:p>
            <a:pPr marL="635000" lvl="2" indent="-177800"/>
            <a:endParaRPr lang="en-US" altLang="zh-CN" dirty="0"/>
          </a:p>
          <a:p>
            <a:pPr marL="635000" lvl="2" indent="-177800"/>
            <a:endParaRPr lang="en-US" altLang="zh-CN" dirty="0"/>
          </a:p>
          <a:p>
            <a:pPr marL="457200" lvl="2" indent="0">
              <a:buNone/>
            </a:pPr>
            <a:r>
              <a:rPr lang="en-US" altLang="zh-CN" dirty="0"/>
              <a:t>* Training or retraining is very expensive</a:t>
            </a:r>
          </a:p>
        </p:txBody>
      </p:sp>
    </p:spTree>
    <p:extLst>
      <p:ext uri="{BB962C8B-B14F-4D97-AF65-F5344CB8AC3E}">
        <p14:creationId xmlns:p14="http://schemas.microsoft.com/office/powerpoint/2010/main" val="3557466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From na</a:t>
            </a:r>
            <a:r>
              <a:rPr lang="en-US" dirty="0" err="1"/>
              <a:t>ï</a:t>
            </a:r>
            <a:r>
              <a:rPr lang="en-CN" dirty="0"/>
              <a:t>ve retraining to fast retraining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42C99D-E077-F280-E7B1-59903F660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327149"/>
            <a:ext cx="8334843" cy="4845051"/>
          </a:xfrm>
          <a:prstGeom prst="rect">
            <a:avLst/>
          </a:prstGeom>
        </p:spPr>
      </p:pic>
      <p:sp>
        <p:nvSpPr>
          <p:cNvPr id="6" name="内容占位符 2">
            <a:extLst>
              <a:ext uri="{FF2B5EF4-FFF2-40B4-BE49-F238E27FC236}">
                <a16:creationId xmlns:a16="http://schemas.microsoft.com/office/drawing/2014/main" id="{E8D96AB3-3A25-CA4A-26C3-DFB353695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7136" y="2605880"/>
            <a:ext cx="2540084" cy="1325563"/>
          </a:xfrm>
        </p:spPr>
        <p:txBody>
          <a:bodyPr>
            <a:normAutofit/>
          </a:bodyPr>
          <a:lstStyle/>
          <a:p>
            <a:pPr marL="0" lvl="1" indent="0">
              <a:buNone/>
            </a:pPr>
            <a:r>
              <a:rPr lang="en-US" altLang="zh-CN" dirty="0"/>
              <a:t>One of the representative example is SISA</a:t>
            </a:r>
            <a:endParaRPr lang="zh-CN" altLang="en-US" dirty="0"/>
          </a:p>
        </p:txBody>
      </p:sp>
      <p:sp>
        <p:nvSpPr>
          <p:cNvPr id="7" name="灯片编号占位符 3">
            <a:extLst>
              <a:ext uri="{FF2B5EF4-FFF2-40B4-BE49-F238E27FC236}">
                <a16:creationId xmlns:a16="http://schemas.microsoft.com/office/drawing/2014/main" id="{2F045942-7E90-DA09-E51A-0810BDAFD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10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11226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Approximate unlearning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313276" cy="4481512"/>
          </a:xfrm>
        </p:spPr>
        <p:txBody>
          <a:bodyPr>
            <a:normAutofit/>
          </a:bodyPr>
          <a:lstStyle/>
          <a:p>
            <a:pPr marL="177800" lvl="1" indent="-177800"/>
            <a:r>
              <a:rPr lang="en-US" altLang="zh-CN" dirty="0"/>
              <a:t>Approximate unlearning aims to unlearn the already-trained model approximate to the naïve-retrained model, using only the erased data to reduce the computation cost.</a:t>
            </a:r>
          </a:p>
          <a:p>
            <a:pPr marL="177800" lvl="1" indent="-177800"/>
            <a:r>
              <a:rPr lang="en-US" altLang="zh-CN" dirty="0"/>
              <a:t>There are two representative approximate unlearning methods:</a:t>
            </a:r>
          </a:p>
          <a:p>
            <a:pPr marL="635000" lvl="2" indent="-177800"/>
            <a:r>
              <a:rPr lang="en-US" altLang="zh-CN" dirty="0"/>
              <a:t>Certified Data Removal (Hessian matrix-based unlearning)</a:t>
            </a:r>
          </a:p>
          <a:p>
            <a:pPr marL="635000" lvl="2" indent="-177800"/>
            <a:r>
              <a:rPr lang="en-US" altLang="zh-CN" dirty="0"/>
              <a:t>Variational Bayesian Unlearning</a:t>
            </a:r>
          </a:p>
          <a:p>
            <a:pPr marL="635000" lvl="2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11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58374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Hessian matrix-based unlearning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0F319-6BA4-83CB-68CD-A0D0E4A5F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Hessian matrix-based certified removal methods usually aim to unlearn a model indistinguishable from the naïve-retrained model, through Newton Update.</a:t>
            </a:r>
          </a:p>
          <a:p>
            <a:r>
              <a:rPr lang="en-US" dirty="0"/>
              <a:t>The Hessian matrix recorded all training steps, MU just involves the related parts.</a:t>
            </a:r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Since the </a:t>
            </a:r>
            <a:r>
              <a:rPr lang="en-US" dirty="0" err="1"/>
              <a:t>ɛ</a:t>
            </a:r>
            <a:r>
              <a:rPr lang="en-US" dirty="0"/>
              <a:t>-indistinguishable updating derived</a:t>
            </a:r>
            <a:r>
              <a:rPr lang="zh-CN" altLang="en-US" dirty="0"/>
              <a:t> </a:t>
            </a:r>
            <a:r>
              <a:rPr lang="en-US" altLang="zh-CN" dirty="0"/>
              <a:t>from differential privacy</a:t>
            </a:r>
            <a:r>
              <a:rPr lang="en-US" dirty="0"/>
              <a:t>, these methods are easy to understand.</a:t>
            </a:r>
          </a:p>
          <a:p>
            <a:pPr lvl="1"/>
            <a:r>
              <a:rPr lang="en-US" dirty="0"/>
              <a:t>The Newton Update based on Hessian matrix ensures to optimize with few steps.</a:t>
            </a:r>
          </a:p>
          <a:p>
            <a:r>
              <a:rPr lang="en-US" dirty="0"/>
              <a:t>Disadvantages: </a:t>
            </a:r>
          </a:p>
          <a:p>
            <a:pPr lvl="1"/>
            <a:r>
              <a:rPr lang="en-US" dirty="0"/>
              <a:t>Hessian matrix is calculated based on the whole remaining dataset. To calculate it is computational.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C93625E-E125-B9F0-368A-DCDF9576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12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0725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Variational Bayesian unlearning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0F319-6BA4-83CB-68CD-A0D0E4A5F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Variational Bayesian unlearning tries to unlearn a posterior approximate to the na</a:t>
            </a:r>
            <a:r>
              <a:rPr lang="en-US" dirty="0" err="1"/>
              <a:t>ï</a:t>
            </a:r>
            <a:r>
              <a:rPr lang="en-CN" dirty="0"/>
              <a:t>ve-retrained posterior. </a:t>
            </a:r>
          </a:p>
          <a:p>
            <a:r>
              <a:rPr lang="en-CN" dirty="0"/>
              <a:t>Advantages:</a:t>
            </a:r>
          </a:p>
          <a:p>
            <a:pPr lvl="1"/>
            <a:r>
              <a:rPr lang="en-US" dirty="0"/>
              <a:t>Since these methods are expanded from variational Bayesian inference, the correctness is guaranteed.</a:t>
            </a:r>
          </a:p>
          <a:p>
            <a:pPr lvl="1"/>
            <a:r>
              <a:rPr lang="en-US" dirty="0"/>
              <a:t>Since these methods are only trained based on the erased samples, the efficiency is guaranteed.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Exact Bayesian unlearned model is non-trivial, the variational approximating methods are easy to cause catastrophic unlearning.</a:t>
            </a:r>
          </a:p>
          <a:p>
            <a:endParaRPr lang="en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E8CAF90-BFC5-2186-BB35-572EF3073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13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92371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dirty="0"/>
              <a:t>Unlearning Caused Problems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14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631025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MU</a:t>
            </a:r>
            <a:r>
              <a:rPr lang="en-US" dirty="0"/>
              <a:t> introduced problems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0F319-6BA4-83CB-68CD-A0D0E4A5F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user, how do I know that my unlearning request is served. </a:t>
            </a:r>
            <a:endParaRPr lang="en-CN" dirty="0"/>
          </a:p>
          <a:p>
            <a:r>
              <a:rPr lang="en-US" dirty="0"/>
              <a:t>From economic perspective</a:t>
            </a:r>
          </a:p>
          <a:p>
            <a:pPr marL="0" indent="0">
              <a:buNone/>
            </a:pPr>
            <a:r>
              <a:rPr lang="en-US" dirty="0"/>
              <a:t>    - how does the service provider execute unlearning requests</a:t>
            </a:r>
          </a:p>
          <a:p>
            <a:pPr marL="0" indent="0">
              <a:buNone/>
            </a:pPr>
            <a:r>
              <a:rPr lang="en-US" dirty="0"/>
              <a:t>    - how to charge unlearning services</a:t>
            </a:r>
          </a:p>
          <a:p>
            <a:pPr marL="0" indent="0">
              <a:buNone/>
            </a:pPr>
            <a:r>
              <a:rPr lang="en-US" dirty="0"/>
              <a:t>    …</a:t>
            </a:r>
          </a:p>
          <a:p>
            <a:pPr lvl="1"/>
            <a:endParaRPr lang="en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B19B33-5E10-65B8-6897-ECCA00B31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15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5394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Effectiveness </a:t>
            </a:r>
            <a:r>
              <a:rPr lang="en-CN" dirty="0"/>
              <a:t>of 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0F319-6BA4-83CB-68CD-A0D0E4A5F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Though there many unlearning methods, how to give a verification to the unlearn</a:t>
            </a:r>
            <a:r>
              <a:rPr lang="en-US" dirty="0" err="1"/>
              <a:t>ing</a:t>
            </a:r>
            <a:r>
              <a:rPr lang="en-CN" dirty="0"/>
              <a:t> user to show that the server has unlearned the data from the trained model is difficult.</a:t>
            </a:r>
          </a:p>
          <a:p>
            <a:pPr lvl="1"/>
            <a:r>
              <a:rPr lang="en-US" dirty="0"/>
              <a:t>It is difficult to evaluate the contribution of a sample to the model and to prove the model update is based on the sample as most ML models are</a:t>
            </a:r>
            <a:r>
              <a:rPr lang="zh-CN" altLang="en-US" dirty="0"/>
              <a:t> </a:t>
            </a:r>
            <a:r>
              <a:rPr lang="en-US" altLang="zh-CN" dirty="0"/>
              <a:t>agnostic</a:t>
            </a:r>
            <a:r>
              <a:rPr lang="en-US" dirty="0"/>
              <a:t>.</a:t>
            </a:r>
          </a:p>
          <a:p>
            <a:r>
              <a:rPr lang="en-US" dirty="0"/>
              <a:t>Use membership inference attack to test the effectiveness</a:t>
            </a:r>
          </a:p>
          <a:p>
            <a:r>
              <a:rPr lang="en-US" dirty="0"/>
              <a:t>Add the features in user datasets to setup </a:t>
            </a:r>
            <a:r>
              <a:rPr lang="en-US" i="1" dirty="0"/>
              <a:t>backdoors</a:t>
            </a:r>
          </a:p>
          <a:p>
            <a:pPr lvl="1"/>
            <a:endParaRPr lang="en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B19B33-5E10-65B8-6897-ECCA00B31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15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0569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Privacy and security issues in machine unlearning</a:t>
            </a:r>
            <a:endParaRPr lang="en-AU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17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13536112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Machine unlearning </a:t>
            </a:r>
            <a:r>
              <a:rPr lang="en-US" dirty="0"/>
              <a:t>jeopardize</a:t>
            </a:r>
            <a:r>
              <a:rPr lang="zh-CN" altLang="en-US" dirty="0"/>
              <a:t> </a:t>
            </a:r>
            <a:r>
              <a:rPr lang="en-US" altLang="zh-CN" dirty="0"/>
              <a:t>privacy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0F319-6BA4-83CB-68CD-A0D0E4A5F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140" y="2193608"/>
            <a:ext cx="3463290" cy="294386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N" dirty="0"/>
              <a:t>Adversary can utilize the difference between original already-trained model and the unlearned model to infer the privacy of unlearned 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F738DE-9A95-A1D4-7202-3B15C24ED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430" y="1750378"/>
            <a:ext cx="7772400" cy="3670300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086E065B-3BD1-6001-938B-5D7FED059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18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73906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91DF-6FF6-A442-DCF2-0C680C1F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MU </a:t>
            </a:r>
            <a:r>
              <a:rPr lang="en-US" dirty="0"/>
              <a:t>for other purpose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0F319-6BA4-83CB-68CD-A0D0E4A5F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862" y="1690688"/>
            <a:ext cx="10515600" cy="4351338"/>
          </a:xfrm>
        </p:spPr>
        <p:txBody>
          <a:bodyPr/>
          <a:lstStyle/>
          <a:p>
            <a:r>
              <a:rPr lang="en-US" dirty="0"/>
              <a:t>Machine unlearning can be used to correct models</a:t>
            </a:r>
          </a:p>
          <a:p>
            <a:r>
              <a:rPr lang="en-US" dirty="0"/>
              <a:t>M</a:t>
            </a:r>
            <a:r>
              <a:rPr lang="en-CN" dirty="0"/>
              <a:t>achine unlearning</a:t>
            </a:r>
            <a:r>
              <a:rPr lang="en-US" dirty="0"/>
              <a:t> can also be used to update existing models</a:t>
            </a:r>
          </a:p>
          <a:p>
            <a:r>
              <a:rPr lang="en-US" dirty="0"/>
              <a:t> …</a:t>
            </a:r>
            <a:endParaRPr lang="en-CN" dirty="0"/>
          </a:p>
        </p:txBody>
      </p:sp>
      <p:sp>
        <p:nvSpPr>
          <p:cNvPr id="5" name="灯片编号占位符 3">
            <a:extLst>
              <a:ext uri="{FF2B5EF4-FFF2-40B4-BE49-F238E27FC236}">
                <a16:creationId xmlns:a16="http://schemas.microsoft.com/office/drawing/2014/main" id="{225DA161-3531-B27C-4BEE-A29742D2E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19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14464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3277</TotalTime>
  <Words>911</Words>
  <Application>Microsoft Office PowerPoint</Application>
  <PresentationFormat>Widescreen</PresentationFormat>
  <Paragraphs>123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ArialMT</vt:lpstr>
      <vt:lpstr>Arial</vt:lpstr>
      <vt:lpstr>Calibri</vt:lpstr>
      <vt:lpstr>Calibri Light</vt:lpstr>
      <vt:lpstr>Office Theme</vt:lpstr>
      <vt:lpstr>41183 PRIVACY PRESERVING</vt:lpstr>
      <vt:lpstr>Assignment 2</vt:lpstr>
      <vt:lpstr>Outline</vt:lpstr>
      <vt:lpstr>Background of Machine Unlearning</vt:lpstr>
      <vt:lpstr>What is machine unlearning?</vt:lpstr>
      <vt:lpstr>Why need machine unlearning?</vt:lpstr>
      <vt:lpstr>Challenges when we design MU algorithms</vt:lpstr>
      <vt:lpstr>MU Algorithms</vt:lpstr>
      <vt:lpstr>MU algorithms</vt:lpstr>
      <vt:lpstr>Exact unlearning (fast retraining)</vt:lpstr>
      <vt:lpstr>From naïve retraining to fast retraining</vt:lpstr>
      <vt:lpstr>Approximate unlearning</vt:lpstr>
      <vt:lpstr>Hessian matrix-based unlearning</vt:lpstr>
      <vt:lpstr>Variational Bayesian unlearning</vt:lpstr>
      <vt:lpstr>Unlearning Caused Problems</vt:lpstr>
      <vt:lpstr>MU introduced problems</vt:lpstr>
      <vt:lpstr>Effectiveness of MU</vt:lpstr>
      <vt:lpstr>Privacy and security issues in machine unlearning</vt:lpstr>
      <vt:lpstr>Machine unlearning jeopardize privacy</vt:lpstr>
      <vt:lpstr>MU for other purpose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41183 PRIVACY PRESERVING</dc:title>
  <dc:creator>卫其 王</dc:creator>
  <cp:lastModifiedBy>Shui Yu</cp:lastModifiedBy>
  <cp:revision>5</cp:revision>
  <dcterms:created xsi:type="dcterms:W3CDTF">2023-09-12T04:36:19Z</dcterms:created>
  <dcterms:modified xsi:type="dcterms:W3CDTF">2025-10-12T10:34:29Z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a6c3db-1667-4f49-995a-8b9973972958_Enabled">
    <vt:lpwstr>true</vt:lpwstr>
  </property>
  <property fmtid="{D5CDD505-2E9C-101B-9397-08002B2CF9AE}" pid="3" name="MSIP_Label_51a6c3db-1667-4f49-995a-8b9973972958_SetDate">
    <vt:lpwstr>2023-09-29T05:53:55Z</vt:lpwstr>
  </property>
  <property fmtid="{D5CDD505-2E9C-101B-9397-08002B2CF9AE}" pid="4" name="MSIP_Label_51a6c3db-1667-4f49-995a-8b9973972958_Method">
    <vt:lpwstr>Standard</vt:lpwstr>
  </property>
  <property fmtid="{D5CDD505-2E9C-101B-9397-08002B2CF9AE}" pid="5" name="MSIP_Label_51a6c3db-1667-4f49-995a-8b9973972958_Name">
    <vt:lpwstr>UTS-Internal</vt:lpwstr>
  </property>
  <property fmtid="{D5CDD505-2E9C-101B-9397-08002B2CF9AE}" pid="6" name="MSIP_Label_51a6c3db-1667-4f49-995a-8b9973972958_SiteId">
    <vt:lpwstr>e8911c26-cf9f-4a9c-878e-527807be8791</vt:lpwstr>
  </property>
  <property fmtid="{D5CDD505-2E9C-101B-9397-08002B2CF9AE}" pid="7" name="MSIP_Label_51a6c3db-1667-4f49-995a-8b9973972958_ActionId">
    <vt:lpwstr>0586337e-d42a-424b-b355-1c465b2191a5</vt:lpwstr>
  </property>
  <property fmtid="{D5CDD505-2E9C-101B-9397-08002B2CF9AE}" pid="8" name="MSIP_Label_51a6c3db-1667-4f49-995a-8b9973972958_ContentBits">
    <vt:lpwstr>0</vt:lpwstr>
  </property>
</Properties>
</file>