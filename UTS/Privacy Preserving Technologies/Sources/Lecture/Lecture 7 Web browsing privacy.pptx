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99" r:id="rId2"/>
    <p:sldId id="384" r:id="rId3"/>
    <p:sldId id="411" r:id="rId4"/>
    <p:sldId id="401" r:id="rId5"/>
    <p:sldId id="406" r:id="rId6"/>
    <p:sldId id="417" r:id="rId7"/>
    <p:sldId id="418" r:id="rId8"/>
    <p:sldId id="407" r:id="rId9"/>
    <p:sldId id="408" r:id="rId10"/>
    <p:sldId id="419" r:id="rId11"/>
    <p:sldId id="420" r:id="rId12"/>
    <p:sldId id="421" r:id="rId13"/>
    <p:sldId id="422" r:id="rId14"/>
    <p:sldId id="42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i Yu" userId="c938b994-a30e-4cc7-a189-187a9b224868" providerId="ADAL" clId="{D5BDEF63-D24A-4C67-ABAE-67C21F7E89C1}"/>
    <pc:docChg chg="undo custSel addSld delSld modSld">
      <pc:chgData name="Shui Yu" userId="c938b994-a30e-4cc7-a189-187a9b224868" providerId="ADAL" clId="{D5BDEF63-D24A-4C67-ABAE-67C21F7E89C1}" dt="2025-08-31T09:01:34.878" v="28" actId="113"/>
      <pc:docMkLst>
        <pc:docMk/>
      </pc:docMkLst>
      <pc:sldChg chg="modSp add del mod">
        <pc:chgData name="Shui Yu" userId="c938b994-a30e-4cc7-a189-187a9b224868" providerId="ADAL" clId="{D5BDEF63-D24A-4C67-ABAE-67C21F7E89C1}" dt="2025-08-31T09:01:34.878" v="28" actId="113"/>
        <pc:sldMkLst>
          <pc:docMk/>
          <pc:sldMk cId="0" sldId="384"/>
        </pc:sldMkLst>
        <pc:spChg chg="mod">
          <ac:chgData name="Shui Yu" userId="c938b994-a30e-4cc7-a189-187a9b224868" providerId="ADAL" clId="{D5BDEF63-D24A-4C67-ABAE-67C21F7E89C1}" dt="2025-08-31T09:01:34.878" v="28" actId="113"/>
          <ac:spMkLst>
            <pc:docMk/>
            <pc:sldMk cId="0" sldId="384"/>
            <ac:spMk id="3" creationId="{00000000-0000-0000-0000-000000000000}"/>
          </ac:spMkLst>
        </pc:spChg>
      </pc:sldChg>
    </pc:docChg>
  </pc:docChgLst>
  <pc:docChgLst>
    <pc:chgData name="Shui Yu" userId="c938b994-a30e-4cc7-a189-187a9b224868" providerId="ADAL" clId="{F9B560D4-6A62-4114-BC6A-2469424AA9E8}"/>
    <pc:docChg chg="custSel addSld delSld modSld">
      <pc:chgData name="Shui Yu" userId="c938b994-a30e-4cc7-a189-187a9b224868" providerId="ADAL" clId="{F9B560D4-6A62-4114-BC6A-2469424AA9E8}" dt="2023-09-17T22:32:16.393" v="3076" actId="20577"/>
      <pc:docMkLst>
        <pc:docMk/>
      </pc:docMkLst>
      <pc:sldChg chg="modSp mod">
        <pc:chgData name="Shui Yu" userId="c938b994-a30e-4cc7-a189-187a9b224868" providerId="ADAL" clId="{F9B560D4-6A62-4114-BC6A-2469424AA9E8}" dt="2023-09-07T03:44:27.976" v="3057" actId="113"/>
        <pc:sldMkLst>
          <pc:docMk/>
          <pc:sldMk cId="0" sldId="384"/>
        </pc:sldMkLst>
      </pc:sldChg>
      <pc:sldChg chg="modSp mod">
        <pc:chgData name="Shui Yu" userId="c938b994-a30e-4cc7-a189-187a9b224868" providerId="ADAL" clId="{F9B560D4-6A62-4114-BC6A-2469424AA9E8}" dt="2023-09-04T06:29:51.289" v="13" actId="20577"/>
        <pc:sldMkLst>
          <pc:docMk/>
          <pc:sldMk cId="0" sldId="399"/>
        </pc:sldMkLst>
      </pc:sldChg>
      <pc:sldChg chg="modSp modAnim">
        <pc:chgData name="Shui Yu" userId="c938b994-a30e-4cc7-a189-187a9b224868" providerId="ADAL" clId="{F9B560D4-6A62-4114-BC6A-2469424AA9E8}" dt="2023-09-04T06:35:19.305" v="225" actId="20577"/>
        <pc:sldMkLst>
          <pc:docMk/>
          <pc:sldMk cId="606262608" sldId="401"/>
        </pc:sldMkLst>
      </pc:sldChg>
      <pc:sldChg chg="modSp mod modAnim">
        <pc:chgData name="Shui Yu" userId="c938b994-a30e-4cc7-a189-187a9b224868" providerId="ADAL" clId="{F9B560D4-6A62-4114-BC6A-2469424AA9E8}" dt="2023-09-06T07:20:42.428" v="465" actId="113"/>
        <pc:sldMkLst>
          <pc:docMk/>
          <pc:sldMk cId="1305894477" sldId="406"/>
        </pc:sldMkLst>
      </pc:sldChg>
      <pc:sldChg chg="addSp delSp modSp mod delAnim">
        <pc:chgData name="Shui Yu" userId="c938b994-a30e-4cc7-a189-187a9b224868" providerId="ADAL" clId="{F9B560D4-6A62-4114-BC6A-2469424AA9E8}" dt="2023-09-07T01:42:38.157" v="1500" actId="14100"/>
        <pc:sldMkLst>
          <pc:docMk/>
          <pc:sldMk cId="147312330" sldId="407"/>
        </pc:sldMkLst>
      </pc:sldChg>
      <pc:sldChg chg="delSp modSp mod modAnim">
        <pc:chgData name="Shui Yu" userId="c938b994-a30e-4cc7-a189-187a9b224868" providerId="ADAL" clId="{F9B560D4-6A62-4114-BC6A-2469424AA9E8}" dt="2023-09-07T02:30:24.872" v="1812" actId="20577"/>
        <pc:sldMkLst>
          <pc:docMk/>
          <pc:sldMk cId="1761759250" sldId="408"/>
        </pc:sldMkLst>
      </pc:sldChg>
      <pc:sldChg chg="del">
        <pc:chgData name="Shui Yu" userId="c938b994-a30e-4cc7-a189-187a9b224868" providerId="ADAL" clId="{F9B560D4-6A62-4114-BC6A-2469424AA9E8}" dt="2023-09-07T02:50:17.429" v="2285" actId="47"/>
        <pc:sldMkLst>
          <pc:docMk/>
          <pc:sldMk cId="2905666289" sldId="409"/>
        </pc:sldMkLst>
      </pc:sldChg>
      <pc:sldChg chg="del">
        <pc:chgData name="Shui Yu" userId="c938b994-a30e-4cc7-a189-187a9b224868" providerId="ADAL" clId="{F9B560D4-6A62-4114-BC6A-2469424AA9E8}" dt="2023-09-07T02:50:17.429" v="2285" actId="47"/>
        <pc:sldMkLst>
          <pc:docMk/>
          <pc:sldMk cId="4100258580" sldId="410"/>
        </pc:sldMkLst>
      </pc:sldChg>
      <pc:sldChg chg="modSp mod">
        <pc:chgData name="Shui Yu" userId="c938b994-a30e-4cc7-a189-187a9b224868" providerId="ADAL" clId="{F9B560D4-6A62-4114-BC6A-2469424AA9E8}" dt="2023-09-04T06:39:31.050" v="351" actId="20577"/>
        <pc:sldMkLst>
          <pc:docMk/>
          <pc:sldMk cId="2369508476" sldId="411"/>
        </pc:sldMkLst>
      </pc:sldChg>
      <pc:sldChg chg="del">
        <pc:chgData name="Shui Yu" userId="c938b994-a30e-4cc7-a189-187a9b224868" providerId="ADAL" clId="{F9B560D4-6A62-4114-BC6A-2469424AA9E8}" dt="2023-09-07T02:50:17.429" v="2285" actId="47"/>
        <pc:sldMkLst>
          <pc:docMk/>
          <pc:sldMk cId="4160536871" sldId="412"/>
        </pc:sldMkLst>
      </pc:sldChg>
      <pc:sldChg chg="del">
        <pc:chgData name="Shui Yu" userId="c938b994-a30e-4cc7-a189-187a9b224868" providerId="ADAL" clId="{F9B560D4-6A62-4114-BC6A-2469424AA9E8}" dt="2023-09-07T02:50:17.429" v="2285" actId="47"/>
        <pc:sldMkLst>
          <pc:docMk/>
          <pc:sldMk cId="3385397558" sldId="413"/>
        </pc:sldMkLst>
      </pc:sldChg>
      <pc:sldChg chg="del">
        <pc:chgData name="Shui Yu" userId="c938b994-a30e-4cc7-a189-187a9b224868" providerId="ADAL" clId="{F9B560D4-6A62-4114-BC6A-2469424AA9E8}" dt="2023-09-07T02:50:17.429" v="2285" actId="47"/>
        <pc:sldMkLst>
          <pc:docMk/>
          <pc:sldMk cId="1393648392" sldId="414"/>
        </pc:sldMkLst>
      </pc:sldChg>
      <pc:sldChg chg="del">
        <pc:chgData name="Shui Yu" userId="c938b994-a30e-4cc7-a189-187a9b224868" providerId="ADAL" clId="{F9B560D4-6A62-4114-BC6A-2469424AA9E8}" dt="2023-09-07T02:50:17.429" v="2285" actId="47"/>
        <pc:sldMkLst>
          <pc:docMk/>
          <pc:sldMk cId="3747455482" sldId="415"/>
        </pc:sldMkLst>
      </pc:sldChg>
      <pc:sldChg chg="del">
        <pc:chgData name="Shui Yu" userId="c938b994-a30e-4cc7-a189-187a9b224868" providerId="ADAL" clId="{F9B560D4-6A62-4114-BC6A-2469424AA9E8}" dt="2023-09-07T02:50:17.429" v="2285" actId="47"/>
        <pc:sldMkLst>
          <pc:docMk/>
          <pc:sldMk cId="3867558182" sldId="416"/>
        </pc:sldMkLst>
      </pc:sldChg>
      <pc:sldChg chg="addSp delSp modSp add mod modAnim">
        <pc:chgData name="Shui Yu" userId="c938b994-a30e-4cc7-a189-187a9b224868" providerId="ADAL" clId="{F9B560D4-6A62-4114-BC6A-2469424AA9E8}" dt="2023-09-17T22:29:05.043" v="3064" actId="20577"/>
        <pc:sldMkLst>
          <pc:docMk/>
          <pc:sldMk cId="2182720926" sldId="417"/>
        </pc:sldMkLst>
      </pc:sldChg>
      <pc:sldChg chg="addSp modSp add mod modAnim">
        <pc:chgData name="Shui Yu" userId="c938b994-a30e-4cc7-a189-187a9b224868" providerId="ADAL" clId="{F9B560D4-6A62-4114-BC6A-2469424AA9E8}" dt="2023-09-07T01:23:41.838" v="1284" actId="1076"/>
        <pc:sldMkLst>
          <pc:docMk/>
          <pc:sldMk cId="2068058909" sldId="418"/>
        </pc:sldMkLst>
      </pc:sldChg>
      <pc:sldChg chg="modSp add del mod">
        <pc:chgData name="Shui Yu" userId="c938b994-a30e-4cc7-a189-187a9b224868" providerId="ADAL" clId="{F9B560D4-6A62-4114-BC6A-2469424AA9E8}" dt="2023-09-07T01:43:01.722" v="1501" actId="47"/>
        <pc:sldMkLst>
          <pc:docMk/>
          <pc:sldMk cId="2026326830" sldId="419"/>
        </pc:sldMkLst>
      </pc:sldChg>
      <pc:sldChg chg="addSp modSp add mod modAnim">
        <pc:chgData name="Shui Yu" userId="c938b994-a30e-4cc7-a189-187a9b224868" providerId="ADAL" clId="{F9B560D4-6A62-4114-BC6A-2469424AA9E8}" dt="2023-09-17T22:32:16.393" v="3076" actId="20577"/>
        <pc:sldMkLst>
          <pc:docMk/>
          <pc:sldMk cId="2638466285" sldId="419"/>
        </pc:sldMkLst>
      </pc:sldChg>
      <pc:sldChg chg="addSp delSp modSp add mod delAnim modAnim">
        <pc:chgData name="Shui Yu" userId="c938b994-a30e-4cc7-a189-187a9b224868" providerId="ADAL" clId="{F9B560D4-6A62-4114-BC6A-2469424AA9E8}" dt="2023-09-07T02:49:52.140" v="2284" actId="20577"/>
        <pc:sldMkLst>
          <pc:docMk/>
          <pc:sldMk cId="2566196533" sldId="420"/>
        </pc:sldMkLst>
      </pc:sldChg>
      <pc:sldChg chg="addSp delSp modSp add mod delAnim modAnim">
        <pc:chgData name="Shui Yu" userId="c938b994-a30e-4cc7-a189-187a9b224868" providerId="ADAL" clId="{F9B560D4-6A62-4114-BC6A-2469424AA9E8}" dt="2023-09-07T03:31:52.369" v="2554" actId="478"/>
        <pc:sldMkLst>
          <pc:docMk/>
          <pc:sldMk cId="579302712" sldId="421"/>
        </pc:sldMkLst>
      </pc:sldChg>
      <pc:sldChg chg="addSp delSp modSp add mod modAnim">
        <pc:chgData name="Shui Yu" userId="c938b994-a30e-4cc7-a189-187a9b224868" providerId="ADAL" clId="{F9B560D4-6A62-4114-BC6A-2469424AA9E8}" dt="2023-09-07T03:35:45.735" v="2667" actId="20577"/>
        <pc:sldMkLst>
          <pc:docMk/>
          <pc:sldMk cId="2275211403" sldId="422"/>
        </pc:sldMkLst>
      </pc:sldChg>
      <pc:sldChg chg="addSp delSp modSp add mod modAnim">
        <pc:chgData name="Shui Yu" userId="c938b994-a30e-4cc7-a189-187a9b224868" providerId="ADAL" clId="{F9B560D4-6A62-4114-BC6A-2469424AA9E8}" dt="2023-09-07T03:44:57.536" v="3060" actId="1076"/>
        <pc:sldMkLst>
          <pc:docMk/>
          <pc:sldMk cId="2779171395" sldId="423"/>
        </pc:sldMkLst>
      </pc:sldChg>
    </pc:docChg>
  </pc:docChgLst>
  <pc:docChgLst>
    <pc:chgData name="Shui Yu" userId="c938b994-a30e-4cc7-a189-187a9b224868" providerId="ADAL" clId="{328D0F10-974E-4B05-8F32-8B5CB5440365}"/>
    <pc:docChg chg="custSel addSld delSld modSld">
      <pc:chgData name="Shui Yu" userId="c938b994-a30e-4cc7-a189-187a9b224868" providerId="ADAL" clId="{328D0F10-974E-4B05-8F32-8B5CB5440365}" dt="2023-09-04T06:22:53.373" v="3541" actId="20577"/>
      <pc:docMkLst>
        <pc:docMk/>
      </pc:docMkLst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932891096" sldId="257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3859049097" sldId="261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3855723408" sldId="264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234042516" sldId="265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3373633363" sldId="272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2014166980" sldId="273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3764963515" sldId="275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2245872722" sldId="276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806062434" sldId="277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1600448032" sldId="284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4027505072" sldId="288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1295048663" sldId="289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1375090021" sldId="290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2172394041" sldId="291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3145288161" sldId="292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3034526660" sldId="293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2291134360" sldId="295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3798292838" sldId="308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2123842249" sldId="309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0" sldId="322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0" sldId="323"/>
        </pc:sldMkLst>
      </pc:sldChg>
      <pc:sldChg chg="add del">
        <pc:chgData name="Shui Yu" userId="c938b994-a30e-4cc7-a189-187a9b224868" providerId="ADAL" clId="{328D0F10-974E-4B05-8F32-8B5CB5440365}" dt="2023-08-23T07:11:22.391" v="1301" actId="47"/>
        <pc:sldMkLst>
          <pc:docMk/>
          <pc:sldMk cId="981162831" sldId="327"/>
        </pc:sldMkLst>
      </pc:sldChg>
      <pc:sldChg chg="add del">
        <pc:chgData name="Shui Yu" userId="c938b994-a30e-4cc7-a189-187a9b224868" providerId="ADAL" clId="{328D0F10-974E-4B05-8F32-8B5CB5440365}" dt="2023-08-23T07:05:46.617" v="1110" actId="47"/>
        <pc:sldMkLst>
          <pc:docMk/>
          <pc:sldMk cId="1320491481" sldId="328"/>
        </pc:sldMkLst>
      </pc:sldChg>
      <pc:sldChg chg="add del">
        <pc:chgData name="Shui Yu" userId="c938b994-a30e-4cc7-a189-187a9b224868" providerId="ADAL" clId="{328D0F10-974E-4B05-8F32-8B5CB5440365}" dt="2023-08-23T07:14:49.051" v="1431" actId="47"/>
        <pc:sldMkLst>
          <pc:docMk/>
          <pc:sldMk cId="3916244000" sldId="329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0" sldId="370"/>
        </pc:sldMkLst>
      </pc:sldChg>
      <pc:sldChg chg="modSp mod">
        <pc:chgData name="Shui Yu" userId="c938b994-a30e-4cc7-a189-187a9b224868" providerId="ADAL" clId="{328D0F10-974E-4B05-8F32-8B5CB5440365}" dt="2023-08-30T01:03:57.372" v="1826" actId="20577"/>
        <pc:sldMkLst>
          <pc:docMk/>
          <pc:sldMk cId="0" sldId="384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0" sldId="392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0" sldId="398"/>
        </pc:sldMkLst>
      </pc:sldChg>
      <pc:sldChg chg="modSp mod">
        <pc:chgData name="Shui Yu" userId="c938b994-a30e-4cc7-a189-187a9b224868" providerId="ADAL" clId="{328D0F10-974E-4B05-8F32-8B5CB5440365}" dt="2023-08-23T06:31:01.817" v="16" actId="6549"/>
        <pc:sldMkLst>
          <pc:docMk/>
          <pc:sldMk cId="0" sldId="399"/>
        </pc:sldMkLst>
      </pc:sldChg>
      <pc:sldChg chg="modSp mod modAnim">
        <pc:chgData name="Shui Yu" userId="c938b994-a30e-4cc7-a189-187a9b224868" providerId="ADAL" clId="{328D0F10-974E-4B05-8F32-8B5CB5440365}" dt="2023-08-23T06:35:55.155" v="278"/>
        <pc:sldMkLst>
          <pc:docMk/>
          <pc:sldMk cId="606262608" sldId="401"/>
        </pc:sldMkLst>
      </pc:sldChg>
      <pc:sldChg chg="modSp del mod">
        <pc:chgData name="Shui Yu" userId="c938b994-a30e-4cc7-a189-187a9b224868" providerId="ADAL" clId="{328D0F10-974E-4B05-8F32-8B5CB5440365}" dt="2023-08-29T10:52:05.408" v="1737" actId="47"/>
        <pc:sldMkLst>
          <pc:docMk/>
          <pc:sldMk cId="4151715026" sldId="402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1017839403" sldId="403"/>
        </pc:sldMkLst>
      </pc:sldChg>
      <pc:sldChg chg="del">
        <pc:chgData name="Shui Yu" userId="c938b994-a30e-4cc7-a189-187a9b224868" providerId="ADAL" clId="{328D0F10-974E-4B05-8F32-8B5CB5440365}" dt="2023-08-29T10:52:05.408" v="1737" actId="47"/>
        <pc:sldMkLst>
          <pc:docMk/>
          <pc:sldMk cId="2528569081" sldId="404"/>
        </pc:sldMkLst>
      </pc:sldChg>
      <pc:sldChg chg="del">
        <pc:chgData name="Shui Yu" userId="c938b994-a30e-4cc7-a189-187a9b224868" providerId="ADAL" clId="{328D0F10-974E-4B05-8F32-8B5CB5440365}" dt="2023-08-29T10:52:10.839" v="1738" actId="47"/>
        <pc:sldMkLst>
          <pc:docMk/>
          <pc:sldMk cId="1071898724" sldId="405"/>
        </pc:sldMkLst>
      </pc:sldChg>
      <pc:sldChg chg="modSp add mod modAnim">
        <pc:chgData name="Shui Yu" userId="c938b994-a30e-4cc7-a189-187a9b224868" providerId="ADAL" clId="{328D0F10-974E-4B05-8F32-8B5CB5440365}" dt="2023-08-23T06:44:14.168" v="555" actId="20577"/>
        <pc:sldMkLst>
          <pc:docMk/>
          <pc:sldMk cId="1305894477" sldId="406"/>
        </pc:sldMkLst>
      </pc:sldChg>
      <pc:sldChg chg="modSp add mod modAnim">
        <pc:chgData name="Shui Yu" userId="c938b994-a30e-4cc7-a189-187a9b224868" providerId="ADAL" clId="{328D0F10-974E-4B05-8F32-8B5CB5440365}" dt="2023-08-23T07:01:08.903" v="881" actId="20577"/>
        <pc:sldMkLst>
          <pc:docMk/>
          <pc:sldMk cId="147312330" sldId="407"/>
        </pc:sldMkLst>
      </pc:sldChg>
      <pc:sldChg chg="addSp modSp add mod modAnim">
        <pc:chgData name="Shui Yu" userId="c938b994-a30e-4cc7-a189-187a9b224868" providerId="ADAL" clId="{328D0F10-974E-4B05-8F32-8B5CB5440365}" dt="2023-08-23T07:05:03.748" v="1109" actId="1076"/>
        <pc:sldMkLst>
          <pc:docMk/>
          <pc:sldMk cId="1761759250" sldId="408"/>
        </pc:sldMkLst>
      </pc:sldChg>
      <pc:sldChg chg="addSp delSp modSp add mod modAnim">
        <pc:chgData name="Shui Yu" userId="c938b994-a30e-4cc7-a189-187a9b224868" providerId="ADAL" clId="{328D0F10-974E-4B05-8F32-8B5CB5440365}" dt="2023-08-23T07:11:09.535" v="1300" actId="20577"/>
        <pc:sldMkLst>
          <pc:docMk/>
          <pc:sldMk cId="2905666289" sldId="409"/>
        </pc:sldMkLst>
      </pc:sldChg>
      <pc:sldChg chg="delSp modSp add mod modAnim">
        <pc:chgData name="Shui Yu" userId="c938b994-a30e-4cc7-a189-187a9b224868" providerId="ADAL" clId="{328D0F10-974E-4B05-8F32-8B5CB5440365}" dt="2023-08-23T07:14:36.934" v="1430" actId="20577"/>
        <pc:sldMkLst>
          <pc:docMk/>
          <pc:sldMk cId="4100258580" sldId="410"/>
        </pc:sldMkLst>
      </pc:sldChg>
      <pc:sldChg chg="add">
        <pc:chgData name="Shui Yu" userId="c938b994-a30e-4cc7-a189-187a9b224868" providerId="ADAL" clId="{328D0F10-974E-4B05-8F32-8B5CB5440365}" dt="2023-08-29T10:46:39.803" v="1432"/>
        <pc:sldMkLst>
          <pc:docMk/>
          <pc:sldMk cId="2369508476" sldId="411"/>
        </pc:sldMkLst>
      </pc:sldChg>
      <pc:sldChg chg="modSp add mod modAnim">
        <pc:chgData name="Shui Yu" userId="c938b994-a30e-4cc7-a189-187a9b224868" providerId="ADAL" clId="{328D0F10-974E-4B05-8F32-8B5CB5440365}" dt="2023-08-30T01:19:56.889" v="2543" actId="27636"/>
        <pc:sldMkLst>
          <pc:docMk/>
          <pc:sldMk cId="4160536871" sldId="412"/>
        </pc:sldMkLst>
      </pc:sldChg>
      <pc:sldChg chg="modSp add mod modAnim">
        <pc:chgData name="Shui Yu" userId="c938b994-a30e-4cc7-a189-187a9b224868" providerId="ADAL" clId="{328D0F10-974E-4B05-8F32-8B5CB5440365}" dt="2023-08-30T01:34:37.671" v="2939" actId="27636"/>
        <pc:sldMkLst>
          <pc:docMk/>
          <pc:sldMk cId="3385397558" sldId="413"/>
        </pc:sldMkLst>
      </pc:sldChg>
      <pc:sldChg chg="modSp add mod modAnim">
        <pc:chgData name="Shui Yu" userId="c938b994-a30e-4cc7-a189-187a9b224868" providerId="ADAL" clId="{328D0F10-974E-4B05-8F32-8B5CB5440365}" dt="2023-08-30T01:33:00.875" v="2936" actId="20577"/>
        <pc:sldMkLst>
          <pc:docMk/>
          <pc:sldMk cId="1393648392" sldId="414"/>
        </pc:sldMkLst>
      </pc:sldChg>
      <pc:sldChg chg="modSp add mod modAnim">
        <pc:chgData name="Shui Yu" userId="c938b994-a30e-4cc7-a189-187a9b224868" providerId="ADAL" clId="{328D0F10-974E-4B05-8F32-8B5CB5440365}" dt="2023-09-04T06:21:59.345" v="3491" actId="20577"/>
        <pc:sldMkLst>
          <pc:docMk/>
          <pc:sldMk cId="3747455482" sldId="415"/>
        </pc:sldMkLst>
      </pc:sldChg>
      <pc:sldChg chg="modSp add mod modAnim">
        <pc:chgData name="Shui Yu" userId="c938b994-a30e-4cc7-a189-187a9b224868" providerId="ADAL" clId="{328D0F10-974E-4B05-8F32-8B5CB5440365}" dt="2023-09-04T06:22:53.373" v="3541" actId="20577"/>
        <pc:sldMkLst>
          <pc:docMk/>
          <pc:sldMk cId="3867558182" sldId="416"/>
        </pc:sldMkLst>
      </pc:sldChg>
      <pc:sldMasterChg chg="delSldLayout">
        <pc:chgData name="Shui Yu" userId="c938b994-a30e-4cc7-a189-187a9b224868" providerId="ADAL" clId="{328D0F10-974E-4B05-8F32-8B5CB5440365}" dt="2023-08-23T07:14:49.051" v="1431" actId="47"/>
        <pc:sldMasterMkLst>
          <pc:docMk/>
          <pc:sldMasterMk cId="3974570974" sldId="2147483648"/>
        </pc:sldMasterMkLst>
        <pc:sldLayoutChg chg="del">
          <pc:chgData name="Shui Yu" userId="c938b994-a30e-4cc7-a189-187a9b224868" providerId="ADAL" clId="{328D0F10-974E-4B05-8F32-8B5CB5440365}" dt="2023-08-23T07:14:49.051" v="1431" actId="47"/>
          <pc:sldLayoutMkLst>
            <pc:docMk/>
            <pc:sldMasterMk cId="3974570974" sldId="2147483648"/>
            <pc:sldLayoutMk cId="3469449505" sldId="2147483661"/>
          </pc:sldLayoutMkLst>
        </pc:sldLayoutChg>
      </pc:sldMasterChg>
    </pc:docChg>
  </pc:docChgLst>
  <pc:docChgLst>
    <pc:chgData name="Shui Yu" userId="c938b994-a30e-4cc7-a189-187a9b224868" providerId="ADAL" clId="{F8CD18B1-B6E0-45A4-ACBA-0362645303CC}"/>
    <pc:docChg chg="custSel addSld delSld modSld">
      <pc:chgData name="Shui Yu" userId="c938b994-a30e-4cc7-a189-187a9b224868" providerId="ADAL" clId="{F8CD18B1-B6E0-45A4-ACBA-0362645303CC}" dt="2023-08-23T06:09:01.084" v="1672" actId="47"/>
      <pc:docMkLst>
        <pc:docMk/>
      </pc:docMkLst>
      <pc:sldChg chg="modSp add mod">
        <pc:chgData name="Shui Yu" userId="c938b994-a30e-4cc7-a189-187a9b224868" providerId="ADAL" clId="{F8CD18B1-B6E0-45A4-ACBA-0362645303CC}" dt="2023-08-17T06:10:35.788" v="7" actId="6549"/>
        <pc:sldMkLst>
          <pc:docMk/>
          <pc:sldMk cId="932891096" sldId="257"/>
        </pc:sldMkLst>
      </pc:sldChg>
      <pc:sldChg chg="del">
        <pc:chgData name="Shui Yu" userId="c938b994-a30e-4cc7-a189-187a9b224868" providerId="ADAL" clId="{F8CD18B1-B6E0-45A4-ACBA-0362645303CC}" dt="2023-08-17T06:10:29.498" v="4" actId="2696"/>
        <pc:sldMkLst>
          <pc:docMk/>
          <pc:sldMk cId="2850863351" sldId="257"/>
        </pc:sldMkLst>
      </pc:sldChg>
      <pc:sldChg chg="modSp del mod">
        <pc:chgData name="Shui Yu" userId="c938b994-a30e-4cc7-a189-187a9b224868" providerId="ADAL" clId="{F8CD18B1-B6E0-45A4-ACBA-0362645303CC}" dt="2023-08-23T03:55:58.396" v="1127" actId="47"/>
        <pc:sldMkLst>
          <pc:docMk/>
          <pc:sldMk cId="2032723343" sldId="258"/>
        </pc:sldMkLst>
      </pc:sldChg>
      <pc:sldChg chg="modSp del mod">
        <pc:chgData name="Shui Yu" userId="c938b994-a30e-4cc7-a189-187a9b224868" providerId="ADAL" clId="{F8CD18B1-B6E0-45A4-ACBA-0362645303CC}" dt="2023-08-23T03:56:00.394" v="1128" actId="47"/>
        <pc:sldMkLst>
          <pc:docMk/>
          <pc:sldMk cId="3048715762" sldId="259"/>
        </pc:sldMkLst>
      </pc:sldChg>
      <pc:sldChg chg="del">
        <pc:chgData name="Shui Yu" userId="c938b994-a30e-4cc7-a189-187a9b224868" providerId="ADAL" clId="{F8CD18B1-B6E0-45A4-ACBA-0362645303CC}" dt="2023-08-23T03:58:03.350" v="1169" actId="47"/>
        <pc:sldMkLst>
          <pc:docMk/>
          <pc:sldMk cId="3142223673" sldId="260"/>
        </pc:sldMkLst>
      </pc:sldChg>
      <pc:sldChg chg="delSp modSp mod">
        <pc:chgData name="Shui Yu" userId="c938b994-a30e-4cc7-a189-187a9b224868" providerId="ADAL" clId="{F8CD18B1-B6E0-45A4-ACBA-0362645303CC}" dt="2023-08-23T05:40:12.899" v="1289" actId="20577"/>
        <pc:sldMkLst>
          <pc:docMk/>
          <pc:sldMk cId="3859049097" sldId="261"/>
        </pc:sldMkLst>
      </pc:sldChg>
      <pc:sldChg chg="del">
        <pc:chgData name="Shui Yu" userId="c938b994-a30e-4cc7-a189-187a9b224868" providerId="ADAL" clId="{F8CD18B1-B6E0-45A4-ACBA-0362645303CC}" dt="2023-08-23T05:41:13.101" v="1290" actId="47"/>
        <pc:sldMkLst>
          <pc:docMk/>
          <pc:sldMk cId="2657949131" sldId="262"/>
        </pc:sldMkLst>
      </pc:sldChg>
      <pc:sldChg chg="del">
        <pc:chgData name="Shui Yu" userId="c938b994-a30e-4cc7-a189-187a9b224868" providerId="ADAL" clId="{F8CD18B1-B6E0-45A4-ACBA-0362645303CC}" dt="2023-08-23T05:41:17.334" v="1291" actId="47"/>
        <pc:sldMkLst>
          <pc:docMk/>
          <pc:sldMk cId="307771097" sldId="263"/>
        </pc:sldMkLst>
      </pc:sldChg>
      <pc:sldChg chg="addSp delSp modSp mod">
        <pc:chgData name="Shui Yu" userId="c938b994-a30e-4cc7-a189-187a9b224868" providerId="ADAL" clId="{F8CD18B1-B6E0-45A4-ACBA-0362645303CC}" dt="2023-08-23T05:42:28.457" v="1335" actId="478"/>
        <pc:sldMkLst>
          <pc:docMk/>
          <pc:sldMk cId="234042516" sldId="265"/>
        </pc:sldMkLst>
      </pc:sldChg>
      <pc:sldChg chg="del">
        <pc:chgData name="Shui Yu" userId="c938b994-a30e-4cc7-a189-187a9b224868" providerId="ADAL" clId="{F8CD18B1-B6E0-45A4-ACBA-0362645303CC}" dt="2023-08-23T06:00:01.967" v="1355" actId="47"/>
        <pc:sldMkLst>
          <pc:docMk/>
          <pc:sldMk cId="3471465072" sldId="271"/>
        </pc:sldMkLst>
      </pc:sldChg>
      <pc:sldChg chg="modSp mod">
        <pc:chgData name="Shui Yu" userId="c938b994-a30e-4cc7-a189-187a9b224868" providerId="ADAL" clId="{F8CD18B1-B6E0-45A4-ACBA-0362645303CC}" dt="2023-08-23T05:43:47.474" v="1337" actId="20577"/>
        <pc:sldMkLst>
          <pc:docMk/>
          <pc:sldMk cId="3373633363" sldId="272"/>
        </pc:sldMkLst>
      </pc:sldChg>
      <pc:sldChg chg="del">
        <pc:chgData name="Shui Yu" userId="c938b994-a30e-4cc7-a189-187a9b224868" providerId="ADAL" clId="{F8CD18B1-B6E0-45A4-ACBA-0362645303CC}" dt="2023-08-23T05:49:59.616" v="1338" actId="47"/>
        <pc:sldMkLst>
          <pc:docMk/>
          <pc:sldMk cId="3605892817" sldId="274"/>
        </pc:sldMkLst>
      </pc:sldChg>
      <pc:sldChg chg="addSp modSp mod">
        <pc:chgData name="Shui Yu" userId="c938b994-a30e-4cc7-a189-187a9b224868" providerId="ADAL" clId="{F8CD18B1-B6E0-45A4-ACBA-0362645303CC}" dt="2023-08-23T06:05:21.044" v="1515" actId="14100"/>
        <pc:sldMkLst>
          <pc:docMk/>
          <pc:sldMk cId="3764963515" sldId="275"/>
        </pc:sldMkLst>
      </pc:sldChg>
      <pc:sldChg chg="modSp mod">
        <pc:chgData name="Shui Yu" userId="c938b994-a30e-4cc7-a189-187a9b224868" providerId="ADAL" clId="{F8CD18B1-B6E0-45A4-ACBA-0362645303CC}" dt="2023-08-23T06:01:44.954" v="1412" actId="27636"/>
        <pc:sldMkLst>
          <pc:docMk/>
          <pc:sldMk cId="806062434" sldId="277"/>
        </pc:sldMkLst>
      </pc:sldChg>
      <pc:sldChg chg="modSp mod">
        <pc:chgData name="Shui Yu" userId="c938b994-a30e-4cc7-a189-187a9b224868" providerId="ADAL" clId="{F8CD18B1-B6E0-45A4-ACBA-0362645303CC}" dt="2023-08-23T05:53:39.606" v="1348" actId="20577"/>
        <pc:sldMkLst>
          <pc:docMk/>
          <pc:sldMk cId="4027505072" sldId="288"/>
        </pc:sldMkLst>
      </pc:sldChg>
      <pc:sldChg chg="addSp modSp mod">
        <pc:chgData name="Shui Yu" userId="c938b994-a30e-4cc7-a189-187a9b224868" providerId="ADAL" clId="{F8CD18B1-B6E0-45A4-ACBA-0362645303CC}" dt="2023-08-23T05:56:54.868" v="1353" actId="20577"/>
        <pc:sldMkLst>
          <pc:docMk/>
          <pc:sldMk cId="3145288161" sldId="292"/>
        </pc:sldMkLst>
      </pc:sldChg>
      <pc:sldChg chg="del">
        <pc:chgData name="Shui Yu" userId="c938b994-a30e-4cc7-a189-187a9b224868" providerId="ADAL" clId="{F8CD18B1-B6E0-45A4-ACBA-0362645303CC}" dt="2023-08-23T05:58:16.335" v="1354" actId="47"/>
        <pc:sldMkLst>
          <pc:docMk/>
          <pc:sldMk cId="1991647155" sldId="294"/>
        </pc:sldMkLst>
      </pc:sldChg>
      <pc:sldChg chg="del">
        <pc:chgData name="Shui Yu" userId="c938b994-a30e-4cc7-a189-187a9b224868" providerId="ADAL" clId="{F8CD18B1-B6E0-45A4-ACBA-0362645303CC}" dt="2023-08-23T06:00:13.903" v="1356" actId="47"/>
        <pc:sldMkLst>
          <pc:docMk/>
          <pc:sldMk cId="2115761836" sldId="303"/>
        </pc:sldMkLst>
      </pc:sldChg>
      <pc:sldChg chg="del">
        <pc:chgData name="Shui Yu" userId="c938b994-a30e-4cc7-a189-187a9b224868" providerId="ADAL" clId="{F8CD18B1-B6E0-45A4-ACBA-0362645303CC}" dt="2023-08-23T06:00:20.025" v="1357" actId="47"/>
        <pc:sldMkLst>
          <pc:docMk/>
          <pc:sldMk cId="2386098346" sldId="304"/>
        </pc:sldMkLst>
      </pc:sldChg>
      <pc:sldChg chg="modSp mod">
        <pc:chgData name="Shui Yu" userId="c938b994-a30e-4cc7-a189-187a9b224868" providerId="ADAL" clId="{F8CD18B1-B6E0-45A4-ACBA-0362645303CC}" dt="2023-08-23T06:00:47.404" v="1359" actId="6549"/>
        <pc:sldMkLst>
          <pc:docMk/>
          <pc:sldMk cId="3798292838" sldId="308"/>
        </pc:sldMkLst>
      </pc:sldChg>
      <pc:sldChg chg="add">
        <pc:chgData name="Shui Yu" userId="c938b994-a30e-4cc7-a189-187a9b224868" providerId="ADAL" clId="{F8CD18B1-B6E0-45A4-ACBA-0362645303CC}" dt="2023-08-18T06:44:40.956" v="39"/>
        <pc:sldMkLst>
          <pc:docMk/>
          <pc:sldMk cId="0" sldId="322"/>
        </pc:sldMkLst>
      </pc:sldChg>
      <pc:sldChg chg="add">
        <pc:chgData name="Shui Yu" userId="c938b994-a30e-4cc7-a189-187a9b224868" providerId="ADAL" clId="{F8CD18B1-B6E0-45A4-ACBA-0362645303CC}" dt="2023-08-18T06:44:40.956" v="39"/>
        <pc:sldMkLst>
          <pc:docMk/>
          <pc:sldMk cId="0" sldId="323"/>
        </pc:sldMkLst>
      </pc:sldChg>
      <pc:sldChg chg="add">
        <pc:chgData name="Shui Yu" userId="c938b994-a30e-4cc7-a189-187a9b224868" providerId="ADAL" clId="{F8CD18B1-B6E0-45A4-ACBA-0362645303CC}" dt="2023-08-18T06:44:40.956" v="39"/>
        <pc:sldMkLst>
          <pc:docMk/>
          <pc:sldMk cId="0" sldId="370"/>
        </pc:sldMkLst>
      </pc:sldChg>
      <pc:sldChg chg="modSp add mod">
        <pc:chgData name="Shui Yu" userId="c938b994-a30e-4cc7-a189-187a9b224868" providerId="ADAL" clId="{F8CD18B1-B6E0-45A4-ACBA-0362645303CC}" dt="2023-08-23T03:52:35.397" v="1069" actId="20577"/>
        <pc:sldMkLst>
          <pc:docMk/>
          <pc:sldMk cId="0" sldId="384"/>
        </pc:sldMkLst>
      </pc:sldChg>
      <pc:sldChg chg="add">
        <pc:chgData name="Shui Yu" userId="c938b994-a30e-4cc7-a189-187a9b224868" providerId="ADAL" clId="{F8CD18B1-B6E0-45A4-ACBA-0362645303CC}" dt="2023-08-18T06:44:40.956" v="39"/>
        <pc:sldMkLst>
          <pc:docMk/>
          <pc:sldMk cId="0" sldId="392"/>
        </pc:sldMkLst>
      </pc:sldChg>
      <pc:sldChg chg="addSp modSp add mod">
        <pc:chgData name="Shui Yu" userId="c938b994-a30e-4cc7-a189-187a9b224868" providerId="ADAL" clId="{F8CD18B1-B6E0-45A4-ACBA-0362645303CC}" dt="2023-08-23T03:49:38.207" v="1017" actId="20577"/>
        <pc:sldMkLst>
          <pc:docMk/>
          <pc:sldMk cId="0" sldId="398"/>
        </pc:sldMkLst>
      </pc:sldChg>
      <pc:sldChg chg="modSp add mod">
        <pc:chgData name="Shui Yu" userId="c938b994-a30e-4cc7-a189-187a9b224868" providerId="ADAL" clId="{F8CD18B1-B6E0-45A4-ACBA-0362645303CC}" dt="2023-08-17T06:10:17.876" v="3" actId="20577"/>
        <pc:sldMkLst>
          <pc:docMk/>
          <pc:sldMk cId="0" sldId="399"/>
        </pc:sldMkLst>
      </pc:sldChg>
      <pc:sldChg chg="addSp modSp new del mod setBg">
        <pc:chgData name="Shui Yu" userId="c938b994-a30e-4cc7-a189-187a9b224868" providerId="ADAL" clId="{F8CD18B1-B6E0-45A4-ACBA-0362645303CC}" dt="2023-08-23T06:09:01.084" v="1672" actId="47"/>
        <pc:sldMkLst>
          <pc:docMk/>
          <pc:sldMk cId="3930509910" sldId="400"/>
        </pc:sldMkLst>
      </pc:sldChg>
      <pc:sldChg chg="modSp add mod modAnim">
        <pc:chgData name="Shui Yu" userId="c938b994-a30e-4cc7-a189-187a9b224868" providerId="ADAL" clId="{F8CD18B1-B6E0-45A4-ACBA-0362645303CC}" dt="2023-08-23T03:53:43.998" v="1126" actId="20577"/>
        <pc:sldMkLst>
          <pc:docMk/>
          <pc:sldMk cId="606262608" sldId="401"/>
        </pc:sldMkLst>
      </pc:sldChg>
      <pc:sldChg chg="modSp add mod modAnim">
        <pc:chgData name="Shui Yu" userId="c938b994-a30e-4cc7-a189-187a9b224868" providerId="ADAL" clId="{F8CD18B1-B6E0-45A4-ACBA-0362645303CC}" dt="2023-08-23T02:41:08.234" v="663" actId="20577"/>
        <pc:sldMkLst>
          <pc:docMk/>
          <pc:sldMk cId="4151715026" sldId="402"/>
        </pc:sldMkLst>
      </pc:sldChg>
      <pc:sldChg chg="addSp modSp add mod modAnim">
        <pc:chgData name="Shui Yu" userId="c938b994-a30e-4cc7-a189-187a9b224868" providerId="ADAL" clId="{F8CD18B1-B6E0-45A4-ACBA-0362645303CC}" dt="2023-08-23T02:55:38.941" v="866" actId="1076"/>
        <pc:sldMkLst>
          <pc:docMk/>
          <pc:sldMk cId="1017839403" sldId="403"/>
        </pc:sldMkLst>
      </pc:sldChg>
      <pc:sldChg chg="addSp delSp modSp add mod">
        <pc:chgData name="Shui Yu" userId="c938b994-a30e-4cc7-a189-187a9b224868" providerId="ADAL" clId="{F8CD18B1-B6E0-45A4-ACBA-0362645303CC}" dt="2023-08-23T02:59:02.821" v="891" actId="14100"/>
        <pc:sldMkLst>
          <pc:docMk/>
          <pc:sldMk cId="2528569081" sldId="404"/>
        </pc:sldMkLst>
      </pc:sldChg>
      <pc:sldChg chg="addSp delSp modSp add mod">
        <pc:chgData name="Shui Yu" userId="c938b994-a30e-4cc7-a189-187a9b224868" providerId="ADAL" clId="{F8CD18B1-B6E0-45A4-ACBA-0362645303CC}" dt="2023-08-23T06:08:45.019" v="1671" actId="1076"/>
        <pc:sldMkLst>
          <pc:docMk/>
          <pc:sldMk cId="1071898724" sldId="405"/>
        </pc:sldMkLst>
      </pc:sldChg>
    </pc:docChg>
  </pc:docChgLst>
  <pc:docChgLst>
    <pc:chgData name="Shui Yu" userId="c938b994-a30e-4cc7-a189-187a9b224868" providerId="ADAL" clId="{FD1966D2-2948-4CF1-98B4-12C3723E0D89}"/>
    <pc:docChg chg="modShowInfo">
      <pc:chgData name="Shui Yu" userId="c938b994-a30e-4cc7-a189-187a9b224868" providerId="ADAL" clId="{FD1966D2-2948-4CF1-98B4-12C3723E0D89}" dt="2024-09-02T01:52:41.160" v="0" actId="2744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2C468-91E1-4DCD-937E-1C399232D48F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C81EF-49F5-4199-BE4E-3F90F7140D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7365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28C508-9378-416B-A78D-286D5528740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868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83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2405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7007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898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592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623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1846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460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171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6048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6352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17417 UTS Corp PPT 16x9_new log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81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3490513" y="3039415"/>
            <a:ext cx="7344912" cy="1231107"/>
          </a:xfrm>
        </p:spPr>
        <p:txBody>
          <a:bodyPr/>
          <a:lstStyle>
            <a:lvl1pPr>
              <a:lnSpc>
                <a:spcPts val="4800"/>
              </a:lnSpc>
              <a:defRPr sz="4267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AU" noProof="0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7934313" y="6370147"/>
            <a:ext cx="3860800" cy="3077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AU" dirty="0"/>
              <a:t>uts.edu.au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3434369" y="6429884"/>
            <a:ext cx="3777801" cy="2228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lang="en-AU" sz="1467" cap="all" baseline="0" noProof="0" dirty="0">
                <a:solidFill>
                  <a:schemeClr val="bg1"/>
                </a:solidFill>
              </a:rPr>
              <a:t>uts cricos provider code: 00099f</a:t>
            </a:r>
          </a:p>
        </p:txBody>
      </p:sp>
    </p:spTree>
    <p:extLst>
      <p:ext uri="{BB962C8B-B14F-4D97-AF65-F5344CB8AC3E}">
        <p14:creationId xmlns:p14="http://schemas.microsoft.com/office/powerpoint/2010/main" val="302525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3DDD2-5D5D-4F2E-A43D-A5B3200CE74E}" type="datetimeFigureOut">
              <a:rPr lang="en-AU" smtClean="0"/>
              <a:t>31/08/2025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DBDC9-D39F-4915-811E-6A4757393B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457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3.jpe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4.jpe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8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10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950741" y="2000132"/>
            <a:ext cx="8176665" cy="1231107"/>
          </a:xfrm>
        </p:spPr>
        <p:txBody>
          <a:bodyPr/>
          <a:lstStyle/>
          <a:p>
            <a:r>
              <a:rPr lang="en-US" dirty="0"/>
              <a:t>41183 PRIVACY PRESERVING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uts.edu.au</a:t>
            </a:r>
          </a:p>
        </p:txBody>
      </p:sp>
      <p:sp>
        <p:nvSpPr>
          <p:cNvPr id="6" name="Title 4"/>
          <p:cNvSpPr txBox="1">
            <a:spLocks/>
          </p:cNvSpPr>
          <p:nvPr/>
        </p:nvSpPr>
        <p:spPr>
          <a:xfrm>
            <a:off x="4699215" y="3404008"/>
            <a:ext cx="5673788" cy="44550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ts val="3600"/>
              </a:lnSpc>
              <a:spcBef>
                <a:spcPct val="0"/>
              </a:spcBef>
              <a:buNone/>
              <a:defRPr sz="3200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33" cap="none" dirty="0"/>
              <a:t>Lecture 7. Web Browsing Privacy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Assignment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Due on </a:t>
            </a:r>
            <a:r>
              <a:rPr lang="en-AU" b="1" dirty="0"/>
              <a:t>this Friday, September 12</a:t>
            </a:r>
            <a:r>
              <a:rPr lang="en-AU" dirty="0"/>
              <a:t>, 2025.</a:t>
            </a:r>
          </a:p>
          <a:p>
            <a:r>
              <a:rPr lang="en-AU" dirty="0"/>
              <a:t>2- 3 members in a group</a:t>
            </a:r>
          </a:p>
          <a:p>
            <a:r>
              <a:rPr lang="en-AU" dirty="0"/>
              <a:t>Only one submission to Canvas</a:t>
            </a:r>
          </a:p>
          <a:p>
            <a:r>
              <a:rPr lang="en-AU" dirty="0"/>
              <a:t>Please include the membership information (student number, name) on the cover page.</a:t>
            </a:r>
          </a:p>
          <a:p>
            <a:r>
              <a:rPr lang="en-AU" dirty="0"/>
              <a:t>In general, the members will obtain the same marks if there is no complaints.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2</a:t>
            </a:fld>
            <a:endParaRPr lang="en-A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644"/>
    </mc:Choice>
    <mc:Fallback xmlns="">
      <p:transition advTm="3364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Background</a:t>
            </a:r>
          </a:p>
          <a:p>
            <a:r>
              <a:rPr lang="en-AU" dirty="0"/>
              <a:t>Web log, traffic analysis attack</a:t>
            </a:r>
          </a:p>
          <a:p>
            <a:r>
              <a:rPr lang="en-AU" dirty="0"/>
              <a:t>https protocol for privacy</a:t>
            </a:r>
          </a:p>
          <a:p>
            <a:r>
              <a:rPr lang="en-AU" dirty="0"/>
              <a:t>Packet Padding </a:t>
            </a:r>
          </a:p>
          <a:p>
            <a:r>
              <a:rPr lang="en-AU"/>
              <a:t>Anonymous </a:t>
            </a:r>
            <a:r>
              <a:rPr lang="en-AU" dirty="0"/>
              <a:t>communication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950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3644"/>
    </mc:Choice>
    <mc:Fallback xmlns="">
      <p:transition advTm="3364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Background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mainstream privacy attacks in web browsing</a:t>
            </a:r>
          </a:p>
          <a:p>
            <a:r>
              <a:rPr lang="en-US" dirty="0"/>
              <a:t>Which website you browsed </a:t>
            </a:r>
          </a:p>
          <a:p>
            <a:r>
              <a:rPr lang="en-US" dirty="0"/>
              <a:t>Your browsing traffic could be monitored at your local area network</a:t>
            </a:r>
          </a:p>
          <a:p>
            <a:r>
              <a:rPr lang="en-US" dirty="0"/>
              <a:t>Traffic analysis attack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26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Web Server Log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 web server log is a text document that contains a record of all activity related to a specific web server over a defined period of time. </a:t>
            </a:r>
          </a:p>
          <a:p>
            <a:r>
              <a:rPr lang="en-US" dirty="0"/>
              <a:t>The web server gathers data automatically and constantly to provide administrators with insight into how and when a server is used, as well as the users that correspond with that activity.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Server log content and values</a:t>
            </a:r>
          </a:p>
          <a:p>
            <a:r>
              <a:rPr lang="en-US" dirty="0"/>
              <a:t>The device’s IP address</a:t>
            </a:r>
          </a:p>
          <a:p>
            <a:r>
              <a:rPr lang="en-US" dirty="0"/>
              <a:t>Request method</a:t>
            </a:r>
          </a:p>
          <a:p>
            <a:r>
              <a:rPr lang="en-US" dirty="0"/>
              <a:t>Date and time of the request</a:t>
            </a:r>
          </a:p>
          <a:p>
            <a:r>
              <a:rPr lang="en-US" dirty="0"/>
              <a:t>Status of the request</a:t>
            </a:r>
          </a:p>
          <a:p>
            <a:r>
              <a:rPr lang="en-US" dirty="0"/>
              <a:t>Referrer method</a:t>
            </a:r>
          </a:p>
          <a:p>
            <a:r>
              <a:rPr lang="en-US" dirty="0"/>
              <a:t>User-Agent</a:t>
            </a:r>
          </a:p>
          <a:p>
            <a:r>
              <a:rPr lang="en-US" dirty="0"/>
              <a:t>Requested file information, including file name, size and network location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5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589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Client  End Traffic Monitoring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1183" y="1844730"/>
            <a:ext cx="7441533" cy="32129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All the traffic of a user could be monitored at the LAN </a:t>
            </a:r>
            <a:r>
              <a:rPr lang="zh-CN" altLang="en-US" dirty="0"/>
              <a:t>（</a:t>
            </a:r>
            <a:r>
              <a:rPr lang="en-US" altLang="zh-CN" dirty="0"/>
              <a:t>Local Area Networks</a:t>
            </a:r>
            <a:r>
              <a:rPr lang="zh-CN" altLang="en-US" dirty="0"/>
              <a:t>）</a:t>
            </a:r>
            <a:r>
              <a:rPr lang="en-US" altLang="zh-CN" dirty="0"/>
              <a:t>e.g. using Wireshark, </a:t>
            </a:r>
            <a:r>
              <a:rPr lang="en-US" dirty="0"/>
              <a:t> a packet sniffer and analysis tool.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altLang="zh-CN" dirty="0"/>
              <a:t>An attacker can see everything of your IPv4 packets as they are NOT encrypted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6</a:t>
            </a:fld>
            <a:endParaRPr lang="en-US"/>
          </a:p>
        </p:txBody>
      </p:sp>
      <p:pic>
        <p:nvPicPr>
          <p:cNvPr id="1028" name="Picture 4" descr="Wireshark Tutorial - javatpoint">
            <a:extLst>
              <a:ext uri="{FF2B5EF4-FFF2-40B4-BE49-F238E27FC236}">
                <a16:creationId xmlns:a16="http://schemas.microsoft.com/office/drawing/2014/main" id="{F0175EA8-7894-EC2A-8220-F5FF6E32C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9437" y="270593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272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41036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HTTPS protocol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96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Https protocol adds a security layer on top of the popular http protocol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Asymmetric encryption is applied for a web browser and a web server</a:t>
            </a:r>
          </a:p>
          <a:p>
            <a:r>
              <a:rPr lang="en-US" dirty="0"/>
              <a:t>The communication is encrypted through https protocol.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have an authentication problem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523BF-A14D-557D-22C7-00950DF9D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799" y="4215022"/>
            <a:ext cx="2188431" cy="244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805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Public Key Infrastructure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DBC38C-4963-A017-FA07-7C8E52C16E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6112" y="4706144"/>
            <a:ext cx="859256" cy="887583"/>
          </a:xfrm>
          <a:prstGeom prst="rect">
            <a:avLst/>
          </a:prstGeom>
        </p:spPr>
      </p:pic>
      <p:pic>
        <p:nvPicPr>
          <p:cNvPr id="1026" name="Picture 2" descr="Web server vector icon | Free SVG">
            <a:extLst>
              <a:ext uri="{FF2B5EF4-FFF2-40B4-BE49-F238E27FC236}">
                <a16:creationId xmlns:a16="http://schemas.microsoft.com/office/drawing/2014/main" id="{9D899ECE-2A73-1594-0A13-E4F1353F3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958" y="4245143"/>
            <a:ext cx="1546057" cy="154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ree Computer Database vector and picture">
            <a:extLst>
              <a:ext uri="{FF2B5EF4-FFF2-40B4-BE49-F238E27FC236}">
                <a16:creationId xmlns:a16="http://schemas.microsoft.com/office/drawing/2014/main" id="{310D4D1C-E485-0A06-8311-F3EF00013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048" y="2098506"/>
            <a:ext cx="835820" cy="102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8013CB-4831-48E3-3518-089D0E9D115A}"/>
              </a:ext>
            </a:extLst>
          </p:cNvPr>
          <p:cNvSpPr txBox="1"/>
          <p:nvPr/>
        </p:nvSpPr>
        <p:spPr>
          <a:xfrm>
            <a:off x="4754426" y="1506022"/>
            <a:ext cx="2303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Certificate service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9397AF-428C-9F1F-F1C3-900DD4081746}"/>
              </a:ext>
            </a:extLst>
          </p:cNvPr>
          <p:cNvSpPr txBox="1"/>
          <p:nvPr/>
        </p:nvSpPr>
        <p:spPr>
          <a:xfrm>
            <a:off x="5761958" y="5975866"/>
            <a:ext cx="1546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Web 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5CDD15-2146-1ABA-EBD8-AD0A1CF46B45}"/>
              </a:ext>
            </a:extLst>
          </p:cNvPr>
          <p:cNvSpPr txBox="1"/>
          <p:nvPr/>
        </p:nvSpPr>
        <p:spPr>
          <a:xfrm>
            <a:off x="1186112" y="5791200"/>
            <a:ext cx="1546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Client</a:t>
            </a:r>
          </a:p>
        </p:txBody>
      </p:sp>
      <p:pic>
        <p:nvPicPr>
          <p:cNvPr id="13" name="Picture 4" descr="Free Computer Database vector and picture">
            <a:extLst>
              <a:ext uri="{FF2B5EF4-FFF2-40B4-BE49-F238E27FC236}">
                <a16:creationId xmlns:a16="http://schemas.microsoft.com/office/drawing/2014/main" id="{EE5A4127-BC09-5D8F-E522-AD686388F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259" y="2147844"/>
            <a:ext cx="835820" cy="102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5E2ED6-8152-6D00-F4DE-8955C61BDFC0}"/>
              </a:ext>
            </a:extLst>
          </p:cNvPr>
          <p:cNvSpPr txBox="1"/>
          <p:nvPr/>
        </p:nvSpPr>
        <p:spPr>
          <a:xfrm>
            <a:off x="1730490" y="1506022"/>
            <a:ext cx="2303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Key generation service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CB4945-65D9-9469-92DF-3FDBAF302285}"/>
              </a:ext>
            </a:extLst>
          </p:cNvPr>
          <p:cNvCxnSpPr/>
          <p:nvPr/>
        </p:nvCxnSpPr>
        <p:spPr>
          <a:xfrm>
            <a:off x="2314259" y="5149935"/>
            <a:ext cx="3268394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1E5F5C-E167-9747-BA08-54854199DEEA}"/>
              </a:ext>
            </a:extLst>
          </p:cNvPr>
          <p:cNvCxnSpPr>
            <a:cxnSpLocks/>
          </p:cNvCxnSpPr>
          <p:nvPr/>
        </p:nvCxnSpPr>
        <p:spPr>
          <a:xfrm flipH="1">
            <a:off x="1959140" y="3176225"/>
            <a:ext cx="3239025" cy="15299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078937A-47C0-32B6-98B0-B2889EBE2367}"/>
              </a:ext>
            </a:extLst>
          </p:cNvPr>
          <p:cNvCxnSpPr>
            <a:cxnSpLocks/>
          </p:cNvCxnSpPr>
          <p:nvPr/>
        </p:nvCxnSpPr>
        <p:spPr>
          <a:xfrm>
            <a:off x="5607638" y="3192122"/>
            <a:ext cx="415475" cy="106947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3916E1B-DE56-23FF-C986-1883EA864F12}"/>
              </a:ext>
            </a:extLst>
          </p:cNvPr>
          <p:cNvCxnSpPr>
            <a:cxnSpLocks/>
          </p:cNvCxnSpPr>
          <p:nvPr/>
        </p:nvCxnSpPr>
        <p:spPr>
          <a:xfrm>
            <a:off x="3108744" y="3191809"/>
            <a:ext cx="2653214" cy="1285607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397185F-EA19-B9B6-DE47-F2777ED71801}"/>
              </a:ext>
            </a:extLst>
          </p:cNvPr>
          <p:cNvCxnSpPr>
            <a:cxnSpLocks/>
          </p:cNvCxnSpPr>
          <p:nvPr/>
        </p:nvCxnSpPr>
        <p:spPr>
          <a:xfrm flipH="1">
            <a:off x="1730490" y="3302244"/>
            <a:ext cx="1151909" cy="1281593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731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Traffic Analysis Attacks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199" y="1825624"/>
            <a:ext cx="10850217" cy="42273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Attacks on encrypted traffic</a:t>
            </a:r>
          </a:p>
          <a:p>
            <a:r>
              <a:rPr lang="en-US" dirty="0"/>
              <a:t>Attackers possess some background knowledge </a:t>
            </a:r>
          </a:p>
          <a:p>
            <a:r>
              <a:rPr lang="en-US" dirty="0"/>
              <a:t>Encryption cannot remove the “fingerprints” of web pages.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Web page “fingerprint”</a:t>
            </a:r>
          </a:p>
          <a:p>
            <a:pPr>
              <a:buFontTx/>
              <a:buChar char="-"/>
            </a:pPr>
            <a:r>
              <a:rPr lang="en-US" dirty="0"/>
              <a:t>Number of images</a:t>
            </a:r>
          </a:p>
          <a:p>
            <a:pPr>
              <a:buFontTx/>
              <a:buChar char="-"/>
            </a:pPr>
            <a:r>
              <a:rPr lang="en-US" dirty="0"/>
              <a:t>Size of each images</a:t>
            </a:r>
          </a:p>
          <a:p>
            <a:pPr>
              <a:buFontTx/>
              <a:buChar char="-"/>
            </a:pPr>
            <a:r>
              <a:rPr lang="en-US" dirty="0"/>
              <a:t>Size of the text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9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175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Counter Traffic Analysis Attacks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199" y="1825624"/>
            <a:ext cx="10850217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Make every page has the same “fingerprint”</a:t>
            </a:r>
          </a:p>
          <a:p>
            <a:r>
              <a:rPr lang="en-US" dirty="0"/>
              <a:t>Shannon: perfect secrecy theorem (1950)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AB369C70-CFEE-9013-4A8F-B4C4EE4B733D}"/>
              </a:ext>
            </a:extLst>
          </p:cNvPr>
          <p:cNvSpPr txBox="1">
            <a:spLocks/>
          </p:cNvSpPr>
          <p:nvPr/>
        </p:nvSpPr>
        <p:spPr>
          <a:xfrm>
            <a:off x="768624" y="3540125"/>
            <a:ext cx="10850217" cy="18695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Implementation</a:t>
            </a:r>
          </a:p>
          <a:p>
            <a:r>
              <a:rPr lang="en-US" dirty="0"/>
              <a:t>Dummy packet padding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Disadvantage: too expensive (too many dummy packets needed), waste bandwidth, etc.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846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Counter Traffic Analysis Attacks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199" y="1825625"/>
            <a:ext cx="10850217" cy="76786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Predicted packet padding (refer to the reading material of week 7 for details)</a:t>
            </a:r>
          </a:p>
          <a:p>
            <a:pPr marL="0" indent="0">
              <a:buNone/>
            </a:pPr>
            <a:r>
              <a:rPr lang="en-US" dirty="0"/>
              <a:t>- Using the predicted pages (the pages will be accessed by prediction) for padding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58BE78-7C6A-FB67-F40E-F9D28C2615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523" y="2847561"/>
            <a:ext cx="8021455" cy="35087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619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9965" y="41116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Anonymous Communication (Hide the ID)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38199" y="1825624"/>
            <a:ext cx="10850217" cy="3452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People want privacy in various scenarios</a:t>
            </a:r>
          </a:p>
          <a:p>
            <a:r>
              <a:rPr lang="en-US" dirty="0"/>
              <a:t>Web browsing</a:t>
            </a:r>
          </a:p>
          <a:p>
            <a:r>
              <a:rPr lang="en-US" dirty="0"/>
              <a:t>Online shopping</a:t>
            </a:r>
          </a:p>
          <a:p>
            <a:r>
              <a:rPr lang="en-US" dirty="0"/>
              <a:t>Whistle blowing </a:t>
            </a:r>
          </a:p>
          <a:p>
            <a:r>
              <a:rPr lang="en-US" dirty="0"/>
              <a:t>E-voting</a:t>
            </a:r>
          </a:p>
          <a:p>
            <a:r>
              <a:rPr lang="en-US" dirty="0"/>
              <a:t>…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12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9302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9965" y="41116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Anonymous Communication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49965" y="1539633"/>
            <a:ext cx="1348409" cy="589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TOR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13</a:t>
            </a:fld>
            <a:endParaRPr lang="en-US" dirty="0"/>
          </a:p>
        </p:txBody>
      </p:sp>
      <p:pic>
        <p:nvPicPr>
          <p:cNvPr id="5" name="Picture 2" descr="An example of anonymous communication with Tor | Download ...">
            <a:extLst>
              <a:ext uri="{FF2B5EF4-FFF2-40B4-BE49-F238E27FC236}">
                <a16:creationId xmlns:a16="http://schemas.microsoft.com/office/drawing/2014/main" id="{C83C8369-13B2-60E9-0E1D-A192C6762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5065" y="1566827"/>
            <a:ext cx="3940865" cy="2691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374A1A-4583-2AD7-2B08-E04391BCC9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8623" y="4325115"/>
            <a:ext cx="6596527" cy="228592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25AA38-4A8B-F62E-8748-6A9FECFDC44D}"/>
              </a:ext>
            </a:extLst>
          </p:cNvPr>
          <p:cNvCxnSpPr/>
          <p:nvPr/>
        </p:nvCxnSpPr>
        <p:spPr>
          <a:xfrm>
            <a:off x="3597965" y="4167829"/>
            <a:ext cx="357809" cy="921006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63BF49-F0AF-3575-E701-59EE25715D9B}"/>
              </a:ext>
            </a:extLst>
          </p:cNvPr>
          <p:cNvCxnSpPr>
            <a:cxnSpLocks/>
          </p:cNvCxnSpPr>
          <p:nvPr/>
        </p:nvCxnSpPr>
        <p:spPr>
          <a:xfrm flipH="1">
            <a:off x="6453809" y="4167829"/>
            <a:ext cx="255104" cy="1064715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2D4E4B-4091-8F96-0A6F-08102B19BEED}"/>
              </a:ext>
            </a:extLst>
          </p:cNvPr>
          <p:cNvSpPr txBox="1"/>
          <p:nvPr/>
        </p:nvSpPr>
        <p:spPr>
          <a:xfrm>
            <a:off x="8070850" y="2405828"/>
            <a:ext cx="35267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/>
              <a:t>Disadvantage : Performance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Heavily depend on encryption and decryption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21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9965" y="41116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Shuffle Model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63217" y="1665147"/>
            <a:ext cx="10260496" cy="153994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Lightly “encrypted” for information aggregation</a:t>
            </a:r>
          </a:p>
          <a:p>
            <a:pPr>
              <a:buFontTx/>
              <a:buChar char="-"/>
            </a:pPr>
            <a:r>
              <a:rPr lang="en-US" dirty="0"/>
              <a:t>add random noise between –t and +t for each client, the noise will cancel each other in the final aggregation</a:t>
            </a:r>
          </a:p>
          <a:p>
            <a:pPr>
              <a:buFontTx/>
              <a:buChar char="-"/>
            </a:pPr>
            <a:r>
              <a:rPr lang="en-US" dirty="0"/>
              <a:t>Organize pairs to cancel each other in the aggregation. E.g., m1 + X and m2- X for the pair client 1 and 2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43200" imgH="4267200" progId="Equation.DSMT4">
                  <p:embed/>
                </p:oleObj>
              </mc:Choice>
              <mc:Fallback>
                <p:oleObj name="Equation" r:id="rId3" imgW="2743200" imgH="42672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070850" y="3362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43200" imgH="4267200" progId="Equation.DSMT4">
                  <p:embed/>
                </p:oleObj>
              </mc:Choice>
              <mc:Fallback>
                <p:oleObj name="Equation" r:id="rId5" imgW="2743200" imgH="4267200" progId="Equation.DSMT4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70850" y="3362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1E414-2704-43D1-9866-5E6F94795B0A}" type="slidenum">
              <a:rPr lang="en-US" smtClean="0"/>
              <a:t>14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D96311-09C1-3394-D62A-9E34C61C1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2540" y="3652908"/>
            <a:ext cx="7559629" cy="27034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917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90604"/>
    </mc:Choice>
    <mc:Fallback xmlns="">
      <p:transition advTm="906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|4.7|5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532</Words>
  <Application>Microsoft Office PowerPoint</Application>
  <PresentationFormat>Widescreen</PresentationFormat>
  <Paragraphs>97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Equation</vt:lpstr>
      <vt:lpstr>41183 PRIVACY PRESERVING</vt:lpstr>
      <vt:lpstr>Assignment 1</vt:lpstr>
      <vt:lpstr>Outline</vt:lpstr>
      <vt:lpstr>Background</vt:lpstr>
      <vt:lpstr>Web Server Log</vt:lpstr>
      <vt:lpstr>Client  End Traffic Monitoring</vt:lpstr>
      <vt:lpstr>HTTPS protocol</vt:lpstr>
      <vt:lpstr>Public Key Infrastructure</vt:lpstr>
      <vt:lpstr>Traffic Analysis Attacks</vt:lpstr>
      <vt:lpstr>Counter Traffic Analysis Attacks</vt:lpstr>
      <vt:lpstr>Counter Traffic Analysis Attacks</vt:lpstr>
      <vt:lpstr>Anonymous Communication (Hide the ID)</vt:lpstr>
      <vt:lpstr>Anonymous Communication</vt:lpstr>
      <vt:lpstr>Shuffle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Differentially Private Applications</dc:title>
  <dc:creator>Tianqing Zhu</dc:creator>
  <cp:lastModifiedBy>Shui Yu</cp:lastModifiedBy>
  <cp:revision>6</cp:revision>
  <dcterms:created xsi:type="dcterms:W3CDTF">2020-07-15T11:15:21Z</dcterms:created>
  <dcterms:modified xsi:type="dcterms:W3CDTF">2025-08-31T09:01:35Z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a6c3db-1667-4f49-995a-8b9973972958_Enabled">
    <vt:lpwstr>true</vt:lpwstr>
  </property>
  <property fmtid="{D5CDD505-2E9C-101B-9397-08002B2CF9AE}" pid="3" name="MSIP_Label_51a6c3db-1667-4f49-995a-8b9973972958_SetDate">
    <vt:lpwstr>2022-08-10T06:48:14Z</vt:lpwstr>
  </property>
  <property fmtid="{D5CDD505-2E9C-101B-9397-08002B2CF9AE}" pid="4" name="MSIP_Label_51a6c3db-1667-4f49-995a-8b9973972958_Method">
    <vt:lpwstr>Standard</vt:lpwstr>
  </property>
  <property fmtid="{D5CDD505-2E9C-101B-9397-08002B2CF9AE}" pid="5" name="MSIP_Label_51a6c3db-1667-4f49-995a-8b9973972958_Name">
    <vt:lpwstr>UTS-Internal</vt:lpwstr>
  </property>
  <property fmtid="{D5CDD505-2E9C-101B-9397-08002B2CF9AE}" pid="6" name="MSIP_Label_51a6c3db-1667-4f49-995a-8b9973972958_SiteId">
    <vt:lpwstr>e8911c26-cf9f-4a9c-878e-527807be8791</vt:lpwstr>
  </property>
  <property fmtid="{D5CDD505-2E9C-101B-9397-08002B2CF9AE}" pid="7" name="MSIP_Label_51a6c3db-1667-4f49-995a-8b9973972958_ActionId">
    <vt:lpwstr>693e2f14-b8fb-4305-9ece-c57d6ed9d904</vt:lpwstr>
  </property>
  <property fmtid="{D5CDD505-2E9C-101B-9397-08002B2CF9AE}" pid="8" name="MSIP_Label_51a6c3db-1667-4f49-995a-8b9973972958_ContentBits">
    <vt:lpwstr>0</vt:lpwstr>
  </property>
</Properties>
</file>