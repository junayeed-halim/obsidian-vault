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1"/>
  </p:notesMasterIdLst>
  <p:sldIdLst>
    <p:sldId id="256" r:id="rId5"/>
    <p:sldId id="425" r:id="rId6"/>
    <p:sldId id="432" r:id="rId7"/>
    <p:sldId id="491" r:id="rId8"/>
    <p:sldId id="434" r:id="rId9"/>
    <p:sldId id="435" r:id="rId10"/>
    <p:sldId id="436" r:id="rId11"/>
    <p:sldId id="411" r:id="rId12"/>
    <p:sldId id="437" r:id="rId13"/>
    <p:sldId id="438" r:id="rId14"/>
    <p:sldId id="439" r:id="rId15"/>
    <p:sldId id="440" r:id="rId16"/>
    <p:sldId id="490" r:id="rId17"/>
    <p:sldId id="433" r:id="rId18"/>
    <p:sldId id="405" r:id="rId19"/>
    <p:sldId id="492" r:id="rId20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15">
          <p15:clr>
            <a:srgbClr val="A4A3A4"/>
          </p15:clr>
        </p15:guide>
        <p15:guide id="2" orient="horz" pos="397">
          <p15:clr>
            <a:srgbClr val="A4A3A4"/>
          </p15:clr>
        </p15:guide>
        <p15:guide id="3" orient="horz" pos="815">
          <p15:clr>
            <a:srgbClr val="A4A3A4"/>
          </p15:clr>
        </p15:guide>
        <p15:guide id="4" pos="420">
          <p15:clr>
            <a:srgbClr val="A4A3A4"/>
          </p15:clr>
        </p15:guide>
        <p15:guide id="5" pos="53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EAB734-A865-4319-9398-D25B44BA9C22}" v="1" dt="2025-10-13T03:05:32.3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03" autoAdjust="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108" y="108"/>
      </p:cViewPr>
      <p:guideLst>
        <p:guide orient="horz" pos="2815"/>
        <p:guide orient="horz" pos="397"/>
        <p:guide orient="horz" pos="815"/>
        <p:guide pos="420"/>
        <p:guide pos="53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i Yu" userId="c938b994-a30e-4cc7-a189-187a9b224868" providerId="ADAL" clId="{5B4944CE-538F-48BE-A78A-A3FD3619A062}"/>
    <pc:docChg chg="modShowInfo">
      <pc:chgData name="Shui Yu" userId="c938b994-a30e-4cc7-a189-187a9b224868" providerId="ADAL" clId="{5B4944CE-538F-48BE-A78A-A3FD3619A062}" dt="2024-09-02T01:54:05.080" v="0" actId="2744"/>
      <pc:docMkLst>
        <pc:docMk/>
      </pc:docMkLst>
    </pc:docChg>
  </pc:docChgLst>
  <pc:docChgLst>
    <pc:chgData name="Shui Yu" userId="c938b994-a30e-4cc7-a189-187a9b224868" providerId="ADAL" clId="{19F110EB-736E-4F28-81DB-67331864EB2A}"/>
    <pc:docChg chg="modSld">
      <pc:chgData name="Shui Yu" userId="c938b994-a30e-4cc7-a189-187a9b224868" providerId="ADAL" clId="{19F110EB-736E-4F28-81DB-67331864EB2A}" dt="2024-10-31T03:24:57.668" v="2" actId="113"/>
      <pc:docMkLst>
        <pc:docMk/>
      </pc:docMkLst>
      <pc:sldChg chg="modSp mod">
        <pc:chgData name="Shui Yu" userId="c938b994-a30e-4cc7-a189-187a9b224868" providerId="ADAL" clId="{19F110EB-736E-4F28-81DB-67331864EB2A}" dt="2024-10-31T03:24:07.844" v="1" actId="20577"/>
        <pc:sldMkLst>
          <pc:docMk/>
          <pc:sldMk cId="3179307459" sldId="425"/>
        </pc:sldMkLst>
      </pc:sldChg>
      <pc:sldChg chg="modSp mod">
        <pc:chgData name="Shui Yu" userId="c938b994-a30e-4cc7-a189-187a9b224868" providerId="ADAL" clId="{19F110EB-736E-4F28-81DB-67331864EB2A}" dt="2024-10-31T03:24:57.668" v="2" actId="113"/>
        <pc:sldMkLst>
          <pc:docMk/>
          <pc:sldMk cId="1412563956" sldId="491"/>
        </pc:sldMkLst>
      </pc:sldChg>
    </pc:docChg>
  </pc:docChgLst>
  <pc:docChgLst>
    <pc:chgData name="Shui Yu" userId="c938b994-a30e-4cc7-a189-187a9b224868" providerId="ADAL" clId="{45A50CA5-A023-4197-B5F9-D20B06C4B9F9}"/>
    <pc:docChg chg="custSel addSld delSld modSld">
      <pc:chgData name="Shui Yu" userId="c938b994-a30e-4cc7-a189-187a9b224868" providerId="ADAL" clId="{45A50CA5-A023-4197-B5F9-D20B06C4B9F9}" dt="2023-10-30T01:52:02.343" v="287" actId="1076"/>
      <pc:docMkLst>
        <pc:docMk/>
      </pc:docMkLst>
      <pc:sldChg chg="modSp mod">
        <pc:chgData name="Shui Yu" userId="c938b994-a30e-4cc7-a189-187a9b224868" providerId="ADAL" clId="{45A50CA5-A023-4197-B5F9-D20B06C4B9F9}" dt="2023-10-23T04:03:44.995" v="9" actId="1076"/>
        <pc:sldMkLst>
          <pc:docMk/>
          <pc:sldMk cId="0" sldId="256"/>
        </pc:sldMkLst>
      </pc:sldChg>
      <pc:sldChg chg="del">
        <pc:chgData name="Shui Yu" userId="c938b994-a30e-4cc7-a189-187a9b224868" providerId="ADAL" clId="{45A50CA5-A023-4197-B5F9-D20B06C4B9F9}" dt="2023-10-23T04:25:14.145" v="15" actId="47"/>
        <pc:sldMkLst>
          <pc:docMk/>
          <pc:sldMk cId="1799838558" sldId="271"/>
        </pc:sldMkLst>
      </pc:sldChg>
      <pc:sldChg chg="del">
        <pc:chgData name="Shui Yu" userId="c938b994-a30e-4cc7-a189-187a9b224868" providerId="ADAL" clId="{45A50CA5-A023-4197-B5F9-D20B06C4B9F9}" dt="2023-10-23T04:25:14.145" v="15" actId="47"/>
        <pc:sldMkLst>
          <pc:docMk/>
          <pc:sldMk cId="147305070" sldId="321"/>
        </pc:sldMkLst>
      </pc:sldChg>
      <pc:sldChg chg="del">
        <pc:chgData name="Shui Yu" userId="c938b994-a30e-4cc7-a189-187a9b224868" providerId="ADAL" clId="{45A50CA5-A023-4197-B5F9-D20B06C4B9F9}" dt="2023-10-23T04:25:14.145" v="15" actId="47"/>
        <pc:sldMkLst>
          <pc:docMk/>
          <pc:sldMk cId="889637815" sldId="363"/>
        </pc:sldMkLst>
      </pc:sldChg>
      <pc:sldChg chg="modSp add del mod">
        <pc:chgData name="Shui Yu" userId="c938b994-a30e-4cc7-a189-187a9b224868" providerId="ADAL" clId="{45A50CA5-A023-4197-B5F9-D20B06C4B9F9}" dt="2023-10-30T00:20:34.579" v="255" actId="47"/>
        <pc:sldMkLst>
          <pc:docMk/>
          <pc:sldMk cId="0" sldId="384"/>
        </pc:sldMkLst>
      </pc:sldChg>
      <pc:sldChg chg="del">
        <pc:chgData name="Shui Yu" userId="c938b994-a30e-4cc7-a189-187a9b224868" providerId="ADAL" clId="{45A50CA5-A023-4197-B5F9-D20B06C4B9F9}" dt="2023-10-23T04:25:14.145" v="15" actId="47"/>
        <pc:sldMkLst>
          <pc:docMk/>
          <pc:sldMk cId="3969770561" sldId="384"/>
        </pc:sldMkLst>
      </pc:sldChg>
      <pc:sldChg chg="del">
        <pc:chgData name="Shui Yu" userId="c938b994-a30e-4cc7-a189-187a9b224868" providerId="ADAL" clId="{45A50CA5-A023-4197-B5F9-D20B06C4B9F9}" dt="2023-10-23T04:25:14.145" v="15" actId="47"/>
        <pc:sldMkLst>
          <pc:docMk/>
          <pc:sldMk cId="2288149389" sldId="390"/>
        </pc:sldMkLst>
      </pc:sldChg>
      <pc:sldChg chg="addSp delSp modSp mod">
        <pc:chgData name="Shui Yu" userId="c938b994-a30e-4cc7-a189-187a9b224868" providerId="ADAL" clId="{45A50CA5-A023-4197-B5F9-D20B06C4B9F9}" dt="2023-10-23T04:28:54.935" v="160" actId="20577"/>
        <pc:sldMkLst>
          <pc:docMk/>
          <pc:sldMk cId="2342492495" sldId="405"/>
        </pc:sldMkLst>
      </pc:sldChg>
      <pc:sldChg chg="modSp add mod">
        <pc:chgData name="Shui Yu" userId="c938b994-a30e-4cc7-a189-187a9b224868" providerId="ADAL" clId="{45A50CA5-A023-4197-B5F9-D20B06C4B9F9}" dt="2023-10-30T00:16:29.962" v="205" actId="20577"/>
        <pc:sldMkLst>
          <pc:docMk/>
          <pc:sldMk cId="2369508476" sldId="411"/>
        </pc:sldMkLst>
      </pc:sldChg>
      <pc:sldChg chg="modSp add">
        <pc:chgData name="Shui Yu" userId="c938b994-a30e-4cc7-a189-187a9b224868" providerId="ADAL" clId="{45A50CA5-A023-4197-B5F9-D20B06C4B9F9}" dt="2023-10-23T04:01:55.143" v="5"/>
        <pc:sldMkLst>
          <pc:docMk/>
          <pc:sldMk cId="3179307459" sldId="425"/>
        </pc:sldMkLst>
      </pc:sldChg>
      <pc:sldChg chg="del">
        <pc:chgData name="Shui Yu" userId="c938b994-a30e-4cc7-a189-187a9b224868" providerId="ADAL" clId="{45A50CA5-A023-4197-B5F9-D20B06C4B9F9}" dt="2023-10-23T04:01:58.731" v="6" actId="47"/>
        <pc:sldMkLst>
          <pc:docMk/>
          <pc:sldMk cId="3276160749" sldId="426"/>
        </pc:sldMkLst>
      </pc:sldChg>
      <pc:sldChg chg="del">
        <pc:chgData name="Shui Yu" userId="c938b994-a30e-4cc7-a189-187a9b224868" providerId="ADAL" clId="{45A50CA5-A023-4197-B5F9-D20B06C4B9F9}" dt="2023-10-23T04:25:14.145" v="15" actId="47"/>
        <pc:sldMkLst>
          <pc:docMk/>
          <pc:sldMk cId="3979873042" sldId="427"/>
        </pc:sldMkLst>
      </pc:sldChg>
      <pc:sldChg chg="del">
        <pc:chgData name="Shui Yu" userId="c938b994-a30e-4cc7-a189-187a9b224868" providerId="ADAL" clId="{45A50CA5-A023-4197-B5F9-D20B06C4B9F9}" dt="2023-10-23T04:25:14.145" v="15" actId="47"/>
        <pc:sldMkLst>
          <pc:docMk/>
          <pc:sldMk cId="2168284324" sldId="428"/>
        </pc:sldMkLst>
      </pc:sldChg>
      <pc:sldChg chg="del">
        <pc:chgData name="Shui Yu" userId="c938b994-a30e-4cc7-a189-187a9b224868" providerId="ADAL" clId="{45A50CA5-A023-4197-B5F9-D20B06C4B9F9}" dt="2023-10-23T04:25:14.145" v="15" actId="47"/>
        <pc:sldMkLst>
          <pc:docMk/>
          <pc:sldMk cId="3166666196" sldId="429"/>
        </pc:sldMkLst>
      </pc:sldChg>
      <pc:sldChg chg="del">
        <pc:chgData name="Shui Yu" userId="c938b994-a30e-4cc7-a189-187a9b224868" providerId="ADAL" clId="{45A50CA5-A023-4197-B5F9-D20B06C4B9F9}" dt="2023-10-23T04:25:14.145" v="15" actId="47"/>
        <pc:sldMkLst>
          <pc:docMk/>
          <pc:sldMk cId="3072188359" sldId="431"/>
        </pc:sldMkLst>
      </pc:sldChg>
      <pc:sldChg chg="del">
        <pc:chgData name="Shui Yu" userId="c938b994-a30e-4cc7-a189-187a9b224868" providerId="ADAL" clId="{45A50CA5-A023-4197-B5F9-D20B06C4B9F9}" dt="2023-10-23T04:01:16.871" v="3" actId="2696"/>
        <pc:sldMkLst>
          <pc:docMk/>
          <pc:sldMk cId="179239252" sldId="432"/>
        </pc:sldMkLst>
      </pc:sldChg>
      <pc:sldChg chg="modSp add mod">
        <pc:chgData name="Shui Yu" userId="c938b994-a30e-4cc7-a189-187a9b224868" providerId="ADAL" clId="{45A50CA5-A023-4197-B5F9-D20B06C4B9F9}" dt="2023-10-23T04:25:56.758" v="45" actId="14100"/>
        <pc:sldMkLst>
          <pc:docMk/>
          <pc:sldMk cId="2371343944" sldId="432"/>
        </pc:sldMkLst>
      </pc:sldChg>
      <pc:sldChg chg="add">
        <pc:chgData name="Shui Yu" userId="c938b994-a30e-4cc7-a189-187a9b224868" providerId="ADAL" clId="{45A50CA5-A023-4197-B5F9-D20B06C4B9F9}" dt="2023-10-23T04:01:22.839" v="4"/>
        <pc:sldMkLst>
          <pc:docMk/>
          <pc:sldMk cId="2549617071" sldId="433"/>
        </pc:sldMkLst>
      </pc:sldChg>
      <pc:sldChg chg="del">
        <pc:chgData name="Shui Yu" userId="c938b994-a30e-4cc7-a189-187a9b224868" providerId="ADAL" clId="{45A50CA5-A023-4197-B5F9-D20B06C4B9F9}" dt="2023-10-23T04:01:16.871" v="3" actId="2696"/>
        <pc:sldMkLst>
          <pc:docMk/>
          <pc:sldMk cId="3768784065" sldId="433"/>
        </pc:sldMkLst>
      </pc:sldChg>
      <pc:sldChg chg="del">
        <pc:chgData name="Shui Yu" userId="c938b994-a30e-4cc7-a189-187a9b224868" providerId="ADAL" clId="{45A50CA5-A023-4197-B5F9-D20B06C4B9F9}" dt="2023-10-23T04:25:14.145" v="15" actId="47"/>
        <pc:sldMkLst>
          <pc:docMk/>
          <pc:sldMk cId="3500659538" sldId="434"/>
        </pc:sldMkLst>
      </pc:sldChg>
      <pc:sldChg chg="modSp add mod">
        <pc:chgData name="Shui Yu" userId="c938b994-a30e-4cc7-a189-187a9b224868" providerId="ADAL" clId="{45A50CA5-A023-4197-B5F9-D20B06C4B9F9}" dt="2023-10-30T00:15:18.446" v="181" actId="20577"/>
        <pc:sldMkLst>
          <pc:docMk/>
          <pc:sldMk cId="3969770561" sldId="434"/>
        </pc:sldMkLst>
      </pc:sldChg>
      <pc:sldChg chg="modSp add mod">
        <pc:chgData name="Shui Yu" userId="c938b994-a30e-4cc7-a189-187a9b224868" providerId="ADAL" clId="{45A50CA5-A023-4197-B5F9-D20B06C4B9F9}" dt="2023-10-30T00:15:40.463" v="189" actId="20577"/>
        <pc:sldMkLst>
          <pc:docMk/>
          <pc:sldMk cId="0" sldId="435"/>
        </pc:sldMkLst>
      </pc:sldChg>
      <pc:sldChg chg="del">
        <pc:chgData name="Shui Yu" userId="c938b994-a30e-4cc7-a189-187a9b224868" providerId="ADAL" clId="{45A50CA5-A023-4197-B5F9-D20B06C4B9F9}" dt="2023-10-23T04:25:14.145" v="15" actId="47"/>
        <pc:sldMkLst>
          <pc:docMk/>
          <pc:sldMk cId="261456712" sldId="435"/>
        </pc:sldMkLst>
      </pc:sldChg>
      <pc:sldChg chg="modSp add mod">
        <pc:chgData name="Shui Yu" userId="c938b994-a30e-4cc7-a189-187a9b224868" providerId="ADAL" clId="{45A50CA5-A023-4197-B5F9-D20B06C4B9F9}" dt="2023-10-30T00:16:01.096" v="197" actId="20577"/>
        <pc:sldMkLst>
          <pc:docMk/>
          <pc:sldMk cId="0" sldId="436"/>
        </pc:sldMkLst>
      </pc:sldChg>
      <pc:sldChg chg="modSp add mod">
        <pc:chgData name="Shui Yu" userId="c938b994-a30e-4cc7-a189-187a9b224868" providerId="ADAL" clId="{45A50CA5-A023-4197-B5F9-D20B06C4B9F9}" dt="2023-10-30T00:17:03.546" v="213" actId="20577"/>
        <pc:sldMkLst>
          <pc:docMk/>
          <pc:sldMk cId="1294694393" sldId="437"/>
        </pc:sldMkLst>
      </pc:sldChg>
      <pc:sldChg chg="modSp add mod">
        <pc:chgData name="Shui Yu" userId="c938b994-a30e-4cc7-a189-187a9b224868" providerId="ADAL" clId="{45A50CA5-A023-4197-B5F9-D20B06C4B9F9}" dt="2023-10-30T00:17:40.351" v="221" actId="20577"/>
        <pc:sldMkLst>
          <pc:docMk/>
          <pc:sldMk cId="108085152" sldId="438"/>
        </pc:sldMkLst>
      </pc:sldChg>
      <pc:sldChg chg="modSp add mod">
        <pc:chgData name="Shui Yu" userId="c938b994-a30e-4cc7-a189-187a9b224868" providerId="ADAL" clId="{45A50CA5-A023-4197-B5F9-D20B06C4B9F9}" dt="2023-10-30T00:18:09.363" v="231" actId="20577"/>
        <pc:sldMkLst>
          <pc:docMk/>
          <pc:sldMk cId="3048598969" sldId="439"/>
        </pc:sldMkLst>
      </pc:sldChg>
      <pc:sldChg chg="modSp add mod">
        <pc:chgData name="Shui Yu" userId="c938b994-a30e-4cc7-a189-187a9b224868" providerId="ADAL" clId="{45A50CA5-A023-4197-B5F9-D20B06C4B9F9}" dt="2023-10-30T00:18:39.230" v="240" actId="20577"/>
        <pc:sldMkLst>
          <pc:docMk/>
          <pc:sldMk cId="0" sldId="440"/>
        </pc:sldMkLst>
      </pc:sldChg>
      <pc:sldChg chg="modSp add mod">
        <pc:chgData name="Shui Yu" userId="c938b994-a30e-4cc7-a189-187a9b224868" providerId="ADAL" clId="{45A50CA5-A023-4197-B5F9-D20B06C4B9F9}" dt="2023-10-30T00:19:07.779" v="249" actId="20577"/>
        <pc:sldMkLst>
          <pc:docMk/>
          <pc:sldMk cId="544514447" sldId="490"/>
        </pc:sldMkLst>
      </pc:sldChg>
      <pc:sldChg chg="addSp delSp modSp add mod">
        <pc:chgData name="Shui Yu" userId="c938b994-a30e-4cc7-a189-187a9b224868" providerId="ADAL" clId="{45A50CA5-A023-4197-B5F9-D20B06C4B9F9}" dt="2023-10-30T00:20:30.329" v="254" actId="1076"/>
        <pc:sldMkLst>
          <pc:docMk/>
          <pc:sldMk cId="1412563956" sldId="491"/>
        </pc:sldMkLst>
      </pc:sldChg>
      <pc:sldChg chg="addSp delSp modSp add mod">
        <pc:chgData name="Shui Yu" userId="c938b994-a30e-4cc7-a189-187a9b224868" providerId="ADAL" clId="{45A50CA5-A023-4197-B5F9-D20B06C4B9F9}" dt="2023-10-30T01:52:02.343" v="287" actId="1076"/>
        <pc:sldMkLst>
          <pc:docMk/>
          <pc:sldMk cId="2525147523" sldId="492"/>
        </pc:sldMkLst>
      </pc:sldChg>
      <pc:sldMasterChg chg="delSldLayout">
        <pc:chgData name="Shui Yu" userId="c938b994-a30e-4cc7-a189-187a9b224868" providerId="ADAL" clId="{45A50CA5-A023-4197-B5F9-D20B06C4B9F9}" dt="2023-10-23T04:25:14.145" v="15" actId="47"/>
        <pc:sldMasterMkLst>
          <pc:docMk/>
          <pc:sldMasterMk cId="0" sldId="2147483660"/>
        </pc:sldMasterMkLst>
        <pc:sldLayoutChg chg="del">
          <pc:chgData name="Shui Yu" userId="c938b994-a30e-4cc7-a189-187a9b224868" providerId="ADAL" clId="{45A50CA5-A023-4197-B5F9-D20B06C4B9F9}" dt="2023-10-23T04:25:14.145" v="15" actId="47"/>
          <pc:sldLayoutMkLst>
            <pc:docMk/>
            <pc:sldMasterMk cId="0" sldId="2147483660"/>
            <pc:sldLayoutMk cId="1458614785" sldId="2147483663"/>
          </pc:sldLayoutMkLst>
        </pc:sldLayoutChg>
      </pc:sldMasterChg>
    </pc:docChg>
  </pc:docChgLst>
  <pc:docChgLst>
    <pc:chgData name="Shui Yu" userId="c938b994-a30e-4cc7-a189-187a9b224868" providerId="ADAL" clId="{C9EAB734-A865-4319-9398-D25B44BA9C22}"/>
    <pc:docChg chg="modSld">
      <pc:chgData name="Shui Yu" userId="c938b994-a30e-4cc7-a189-187a9b224868" providerId="ADAL" clId="{C9EAB734-A865-4319-9398-D25B44BA9C22}" dt="2025-10-13T03:06:40.390" v="2" actId="255"/>
      <pc:docMkLst>
        <pc:docMk/>
      </pc:docMkLst>
      <pc:sldChg chg="modSp">
        <pc:chgData name="Shui Yu" userId="c938b994-a30e-4cc7-a189-187a9b224868" providerId="ADAL" clId="{C9EAB734-A865-4319-9398-D25B44BA9C22}" dt="2025-10-13T03:05:32.366" v="0"/>
        <pc:sldMkLst>
          <pc:docMk/>
          <pc:sldMk cId="3179307459" sldId="425"/>
        </pc:sldMkLst>
        <pc:spChg chg="mod">
          <ac:chgData name="Shui Yu" userId="c938b994-a30e-4cc7-a189-187a9b224868" providerId="ADAL" clId="{C9EAB734-A865-4319-9398-D25B44BA9C22}" dt="2025-10-13T03:05:32.366" v="0"/>
          <ac:spMkLst>
            <pc:docMk/>
            <pc:sldMk cId="3179307459" sldId="425"/>
            <ac:spMk id="3" creationId="{00000000-0000-0000-0000-000000000000}"/>
          </ac:spMkLst>
        </pc:spChg>
      </pc:sldChg>
      <pc:sldChg chg="modSp mod">
        <pc:chgData name="Shui Yu" userId="c938b994-a30e-4cc7-a189-187a9b224868" providerId="ADAL" clId="{C9EAB734-A865-4319-9398-D25B44BA9C22}" dt="2025-10-13T03:06:40.390" v="2" actId="255"/>
        <pc:sldMkLst>
          <pc:docMk/>
          <pc:sldMk cId="544514447" sldId="490"/>
        </pc:sldMkLst>
        <pc:spChg chg="mod">
          <ac:chgData name="Shui Yu" userId="c938b994-a30e-4cc7-a189-187a9b224868" providerId="ADAL" clId="{C9EAB734-A865-4319-9398-D25B44BA9C22}" dt="2025-10-13T03:06:40.390" v="2" actId="255"/>
          <ac:spMkLst>
            <pc:docMk/>
            <pc:sldMk cId="544514447" sldId="490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C04933-2342-4CA2-920D-6CFAE4AF42F0}" type="datetimeFigureOut">
              <a:rPr lang="en-US" smtClean="0"/>
              <a:pPr/>
              <a:t>10/13/2025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28C508-9378-416B-A78D-286D5528740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221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28C508-9378-416B-A78D-286D55287404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8687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B667E1-E601-4AAF-B95C-B25720D70A60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3251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B667E1-E601-4AAF-B95C-B25720D70A60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32519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B667E1-E601-4AAF-B95C-B25720D70A60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132519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B667E1-E601-4AAF-B95C-B25720D70A60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820880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_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17417 UTS Corp PPT 16x9_new logo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5112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617885" y="2279561"/>
            <a:ext cx="5508684" cy="923330"/>
          </a:xfrm>
        </p:spPr>
        <p:txBody>
          <a:bodyPr/>
          <a:lstStyle>
            <a:lvl1pPr>
              <a:lnSpc>
                <a:spcPts val="3600"/>
              </a:lnSpc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5" name="Footer Placeholder 4"/>
          <p:cNvSpPr>
            <a:spLocks noGrp="1"/>
          </p:cNvSpPr>
          <p:nvPr userDrawn="1">
            <p:ph type="ftr" sz="quarter" idx="11"/>
          </p:nvPr>
        </p:nvSpPr>
        <p:spPr>
          <a:xfrm>
            <a:off x="5950735" y="4777610"/>
            <a:ext cx="2895600" cy="2308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AU" dirty="0"/>
              <a:t>uts.edu.au</a:t>
            </a:r>
          </a:p>
        </p:txBody>
      </p:sp>
      <p:sp>
        <p:nvSpPr>
          <p:cNvPr id="29" name="TextBox 28"/>
          <p:cNvSpPr txBox="1"/>
          <p:nvPr userDrawn="1"/>
        </p:nvSpPr>
        <p:spPr>
          <a:xfrm>
            <a:off x="2575776" y="4822413"/>
            <a:ext cx="2833351" cy="16671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ts val="1320"/>
              </a:lnSpc>
            </a:pPr>
            <a:r>
              <a:rPr lang="en-AU" sz="1100" cap="all" baseline="0" noProof="0" dirty="0">
                <a:solidFill>
                  <a:schemeClr val="bg1"/>
                </a:solidFill>
              </a:rPr>
              <a:t>uts cricos provider code: 00099f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16-9 footer.jp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4604004"/>
            <a:ext cx="9144000" cy="53949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en-AU" noProof="0"/>
          </a:p>
        </p:txBody>
      </p:sp>
      <p:sp>
        <p:nvSpPr>
          <p:cNvPr id="3" name="Content Placeholder 2"/>
          <p:cNvSpPr>
            <a:spLocks noGrp="1"/>
          </p:cNvSpPr>
          <p:nvPr userDrawn="1">
            <p:ph idx="1"/>
          </p:nvPr>
        </p:nvSpPr>
        <p:spPr>
          <a:xfrm>
            <a:off x="666750" y="1293813"/>
            <a:ext cx="7810500" cy="316871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r>
              <a:rPr lang="en-AU" noProof="0" dirty="0"/>
              <a:t>uts.edu.au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6750" y="346750"/>
            <a:ext cx="7810500" cy="359073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US" noProof="0"/>
              <a:t>Click to edit Master title style</a:t>
            </a:r>
            <a:endParaRPr lang="en-AU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6750" y="1293813"/>
            <a:ext cx="7810500" cy="334129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AU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50800" y="4777200"/>
            <a:ext cx="2895600" cy="230832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r">
              <a:lnSpc>
                <a:spcPts val="1800"/>
              </a:lnSpc>
              <a:defRPr sz="1500" b="1" spc="-30" baseline="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uts.edu.au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dt="0"/>
  <p:txStyles>
    <p:titleStyle>
      <a:lvl1pPr algn="l" defTabSz="914400" rtl="0" eaLnBrk="1" latinLnBrk="0" hangingPunct="1">
        <a:lnSpc>
          <a:spcPts val="2800"/>
        </a:lnSpc>
        <a:spcBef>
          <a:spcPct val="0"/>
        </a:spcBef>
        <a:buNone/>
        <a:defRPr sz="2600" b="1" i="0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000"/>
        </a:lnSpc>
        <a:spcBef>
          <a:spcPts val="0"/>
        </a:spcBef>
        <a:spcAft>
          <a:spcPts val="800"/>
        </a:spcAft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2400"/>
        </a:lnSpc>
        <a:spcBef>
          <a:spcPts val="0"/>
        </a:spcBef>
        <a:spcAft>
          <a:spcPts val="400"/>
        </a:spcAft>
        <a:buFontTx/>
        <a:buNone/>
        <a:defRPr sz="22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ts val="2000"/>
        </a:lnSpc>
        <a:spcBef>
          <a:spcPts val="0"/>
        </a:spcBef>
        <a:spcAft>
          <a:spcPts val="800"/>
        </a:spcAft>
        <a:buFont typeface="Arial" pitchFamily="34" charset="0"/>
        <a:buChar char="&gt;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432000" indent="-215900" algn="l" defTabSz="914400" rtl="0" eaLnBrk="1" latinLnBrk="0" hangingPunct="1">
        <a:lnSpc>
          <a:spcPts val="2000"/>
        </a:lnSpc>
        <a:spcBef>
          <a:spcPts val="0"/>
        </a:spcBef>
        <a:spcAft>
          <a:spcPts val="800"/>
        </a:spcAft>
        <a:buFont typeface="Arial" pitchFamily="34" charset="0"/>
        <a:buChar char="&gt;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648000" indent="-216000" algn="l" defTabSz="914400" rtl="0" eaLnBrk="1" latinLnBrk="0" hangingPunct="1">
        <a:lnSpc>
          <a:spcPts val="2000"/>
        </a:lnSpc>
        <a:spcBef>
          <a:spcPts val="0"/>
        </a:spcBef>
        <a:spcAft>
          <a:spcPts val="800"/>
        </a:spcAft>
        <a:buFont typeface="Arial" pitchFamily="34" charset="0"/>
        <a:buChar char="&gt;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fs.uts.edu.au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>
          <a:xfrm>
            <a:off x="2963055" y="1500099"/>
            <a:ext cx="6132499" cy="923330"/>
          </a:xfrm>
        </p:spPr>
        <p:txBody>
          <a:bodyPr/>
          <a:lstStyle/>
          <a:p>
            <a:r>
              <a:rPr lang="en-US" dirty="0"/>
              <a:t>41183 PRIVACY PRESERVING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 dirty="0"/>
              <a:t>uts.edu.au</a:t>
            </a:r>
          </a:p>
        </p:txBody>
      </p:sp>
      <p:sp>
        <p:nvSpPr>
          <p:cNvPr id="6" name="Title 4"/>
          <p:cNvSpPr txBox="1">
            <a:spLocks/>
          </p:cNvSpPr>
          <p:nvPr/>
        </p:nvSpPr>
        <p:spPr>
          <a:xfrm>
            <a:off x="3294380" y="2166830"/>
            <a:ext cx="4255341" cy="410433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sz="3200" b="1" i="0" kern="1200" cap="all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200" cap="none" dirty="0"/>
              <a:t>Lecture 12. Subject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AU" dirty="0" err="1"/>
              <a:t>ssignment</a:t>
            </a:r>
            <a:r>
              <a:rPr lang="en-AU" dirty="0"/>
              <a:t>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Due on Fri</a:t>
            </a:r>
            <a:r>
              <a:rPr lang="en-AU" dirty="0">
                <a:latin typeface="ArialMT"/>
              </a:rPr>
              <a:t>day, 11:59 pm, October 24, 2025</a:t>
            </a:r>
            <a:endParaRPr lang="en-US" altLang="zh-CN" dirty="0"/>
          </a:p>
          <a:p>
            <a:r>
              <a:rPr lang="en-US" dirty="0"/>
              <a:t>Individual work</a:t>
            </a:r>
          </a:p>
          <a:p>
            <a:r>
              <a:rPr lang="en-US" dirty="0"/>
              <a:t>You can use the previous topic, but NOT using Assignment 1 content</a:t>
            </a:r>
          </a:p>
          <a:p>
            <a:r>
              <a:rPr lang="en-US" dirty="0"/>
              <a:t>It is NOT allowed to using AI to complete your assignment</a:t>
            </a:r>
          </a:p>
          <a:p>
            <a:endParaRPr lang="en-US" dirty="0"/>
          </a:p>
          <a:p>
            <a:r>
              <a:rPr lang="en-US" dirty="0"/>
              <a:t>There is NO exam for this subject  </a:t>
            </a:r>
          </a:p>
          <a:p>
            <a:endParaRPr lang="en-US" dirty="0"/>
          </a:p>
          <a:p>
            <a:r>
              <a:rPr lang="en-US" dirty="0"/>
              <a:t>Please complete the survey. Thanks.</a:t>
            </a:r>
          </a:p>
          <a:p>
            <a:r>
              <a:rPr lang="en-AU" sz="1350" kern="0" dirty="0">
                <a:solidFill>
                  <a:srgbClr val="444444"/>
                </a:solidFill>
                <a:latin typeface="Arial" panose="020B0604020202020204" pitchFamily="34" charset="0"/>
                <a:ea typeface="DengXian" panose="02010600030101010101" pitchFamily="2" charset="-122"/>
              </a:rPr>
              <a:t>Students can access the online survey at </a:t>
            </a:r>
            <a:r>
              <a:rPr lang="en-AU" sz="1350" u="sng" kern="0" dirty="0">
                <a:solidFill>
                  <a:srgbClr val="444444"/>
                </a:solidFill>
                <a:latin typeface="Arial" panose="020B0604020202020204" pitchFamily="34" charset="0"/>
                <a:ea typeface="DengXian" panose="02010600030101010101" pitchFamily="2" charset="-122"/>
                <a:hlinkClick r:id="rId3"/>
              </a:rPr>
              <a:t>www.sfs.uts.edu.au</a:t>
            </a:r>
            <a:r>
              <a:rPr lang="en-AU" sz="1350" kern="0" dirty="0">
                <a:solidFill>
                  <a:srgbClr val="444444"/>
                </a:solidFill>
                <a:latin typeface="Arial" panose="020B0604020202020204" pitchFamily="34" charset="0"/>
                <a:ea typeface="DengXian" panose="02010600030101010101" pitchFamily="2" charset="-122"/>
              </a:rPr>
              <a:t> via their mobile devices</a:t>
            </a:r>
            <a:endParaRPr lang="en-A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7D1476-795E-E0BD-7E55-F71D3C1B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48B260-71D2-7447-B65A-67E4BCE86F66}" type="slidenum">
              <a:rPr lang="en-CN" smtClean="0"/>
              <a:pPr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793074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Roadmap of the </a:t>
            </a:r>
            <a:r>
              <a:rPr lang="en-US" altLang="zh-CN" dirty="0"/>
              <a:t>subject</a:t>
            </a:r>
            <a:r>
              <a:rPr lang="en-AU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2683" y="936813"/>
            <a:ext cx="5858819" cy="3573403"/>
          </a:xfrm>
        </p:spPr>
        <p:txBody>
          <a:bodyPr>
            <a:normAutofit fontScale="55000" lnSpcReduction="20000"/>
          </a:bodyPr>
          <a:lstStyle/>
          <a:p>
            <a:pPr marL="342900" lvl="0" indent="-342900">
              <a:lnSpc>
                <a:spcPct val="107000"/>
              </a:lnSpc>
              <a:buFont typeface="+mj-lt"/>
              <a:buAutoNum type="arabicPeriod"/>
            </a:pPr>
            <a:r>
              <a:rPr lang="en-AU" sz="2500" b="1" kern="1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Overview of privacy preserving </a:t>
            </a:r>
          </a:p>
          <a:p>
            <a:pPr marL="342900" lvl="0" indent="-342900">
              <a:lnSpc>
                <a:spcPct val="107000"/>
              </a:lnSpc>
              <a:buFont typeface="+mj-lt"/>
              <a:buAutoNum type="arabicPeriod"/>
            </a:pPr>
            <a:r>
              <a:rPr lang="en-AU" sz="2500" b="1" kern="1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Access control and encryption for privacy</a:t>
            </a:r>
          </a:p>
          <a:p>
            <a:pPr marL="342900" lvl="0" indent="-342900">
              <a:lnSpc>
                <a:spcPct val="107000"/>
              </a:lnSpc>
              <a:buFont typeface="+mj-lt"/>
              <a:buAutoNum type="arabicPeriod"/>
            </a:pPr>
            <a:r>
              <a:rPr lang="en-AU" sz="2500" b="1" kern="1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Anonymization and K-anonymity</a:t>
            </a:r>
          </a:p>
          <a:p>
            <a:pPr marL="342900" lvl="0" indent="-342900">
              <a:lnSpc>
                <a:spcPct val="107000"/>
              </a:lnSpc>
              <a:buFont typeface="+mj-lt"/>
              <a:buAutoNum type="arabicPeriod"/>
            </a:pPr>
            <a:r>
              <a:rPr lang="en-AU" sz="2500" b="1" kern="1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Differential privacy I</a:t>
            </a:r>
          </a:p>
          <a:p>
            <a:pPr marL="342900" lvl="0" indent="-342900">
              <a:lnSpc>
                <a:spcPct val="107000"/>
              </a:lnSpc>
              <a:buFont typeface="+mj-lt"/>
              <a:buAutoNum type="arabicPeriod"/>
            </a:pPr>
            <a:r>
              <a:rPr lang="en-AU" sz="2500" b="1" kern="1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Differential privacy II</a:t>
            </a:r>
          </a:p>
          <a:p>
            <a:pPr marL="342900" lvl="0" indent="-342900">
              <a:lnSpc>
                <a:spcPct val="107000"/>
              </a:lnSpc>
              <a:buFont typeface="+mj-lt"/>
              <a:buAutoNum type="arabicPeriod"/>
            </a:pPr>
            <a:r>
              <a:rPr lang="en-AU" sz="2500" b="1" kern="1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Personalized privacy</a:t>
            </a:r>
          </a:p>
          <a:p>
            <a:pPr marL="342900" lvl="0" indent="-342900">
              <a:lnSpc>
                <a:spcPct val="107000"/>
              </a:lnSpc>
              <a:buFont typeface="+mj-lt"/>
              <a:buAutoNum type="arabicPeriod"/>
            </a:pPr>
            <a:r>
              <a:rPr lang="en-AU" sz="2500" b="1" kern="1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Web browsing privacy </a:t>
            </a:r>
          </a:p>
          <a:p>
            <a:pPr marL="342900" lvl="0" indent="-342900">
              <a:lnSpc>
                <a:spcPct val="107000"/>
              </a:lnSpc>
              <a:buFont typeface="+mj-lt"/>
              <a:buAutoNum type="arabicPeriod"/>
            </a:pPr>
            <a:r>
              <a:rPr lang="en-AU" sz="2500" b="1" kern="1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Deepfake attack and countermeasures</a:t>
            </a:r>
          </a:p>
          <a:p>
            <a:pPr marL="342900" lvl="0" indent="-342900">
              <a:lnSpc>
                <a:spcPct val="107000"/>
              </a:lnSpc>
              <a:buFont typeface="+mj-lt"/>
              <a:buAutoNum type="arabicPeriod"/>
            </a:pPr>
            <a:r>
              <a:rPr lang="en-AU" sz="2500" b="1" kern="1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Federated learning and secure data aggregation</a:t>
            </a:r>
          </a:p>
          <a:p>
            <a:pPr marL="342900" lvl="0" indent="-342900">
              <a:lnSpc>
                <a:spcPct val="107000"/>
              </a:lnSpc>
              <a:buFont typeface="+mj-lt"/>
              <a:buAutoNum type="arabicPeriod"/>
            </a:pPr>
            <a:r>
              <a:rPr lang="en-AU" sz="2500" b="1" kern="1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Poisoning attack and counter measures</a:t>
            </a:r>
          </a:p>
          <a:p>
            <a:pPr marL="342900" lvl="0" indent="-342900">
              <a:lnSpc>
                <a:spcPct val="107000"/>
              </a:lnSpc>
              <a:buFont typeface="+mj-lt"/>
              <a:buAutoNum type="arabicPeriod"/>
            </a:pPr>
            <a:r>
              <a:rPr lang="en-AU" sz="2500" b="1" kern="1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Machine unlearning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eriod"/>
            </a:pPr>
            <a:r>
              <a:rPr lang="en-AU" sz="3600" b="1" kern="1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Subject review</a:t>
            </a:r>
            <a:endParaRPr lang="en-AU" sz="3600" b="1" dirty="0"/>
          </a:p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A8D9AD5-F248-4919-864A-CFD76CC027D6}" type="slidenum">
              <a:rPr lang="en-AU" smtClean="0"/>
              <a:pPr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1343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20185"/>
    </mc:Choice>
    <mc:Fallback xmlns="">
      <p:transition advTm="20185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Week 2 outline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A8D9AD5-F248-4919-864A-CFD76CC027D6}" type="slidenum">
              <a:rPr lang="en-AU" smtClean="0"/>
              <a:pPr/>
              <a:t>4</a:t>
            </a:fld>
            <a:endParaRPr lang="en-AU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646BCB-AFFE-A58C-57EA-42DEE6CA6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750" y="1232029"/>
            <a:ext cx="7810500" cy="3168717"/>
          </a:xfrm>
        </p:spPr>
        <p:txBody>
          <a:bodyPr/>
          <a:lstStyle/>
          <a:p>
            <a:r>
              <a:rPr lang="en-US" sz="1800" dirty="0"/>
              <a:t>Background of access control</a:t>
            </a:r>
          </a:p>
          <a:p>
            <a:endParaRPr lang="en-US" sz="1800" dirty="0"/>
          </a:p>
          <a:p>
            <a:r>
              <a:rPr lang="en-US" altLang="zh-CN" sz="1800" dirty="0"/>
              <a:t>Authentication</a:t>
            </a:r>
            <a:endParaRPr lang="en-US" sz="1800" dirty="0"/>
          </a:p>
          <a:p>
            <a:endParaRPr lang="en-US" sz="1800" dirty="0"/>
          </a:p>
          <a:p>
            <a:r>
              <a:rPr lang="en-US" sz="1800" dirty="0"/>
              <a:t>Access control models</a:t>
            </a:r>
          </a:p>
          <a:p>
            <a:endParaRPr lang="en-US" sz="1800" dirty="0"/>
          </a:p>
          <a:p>
            <a:r>
              <a:rPr lang="en-US" sz="1800" dirty="0"/>
              <a:t>Threats to access control</a:t>
            </a:r>
          </a:p>
          <a:p>
            <a:endParaRPr lang="en-US" sz="1800" dirty="0"/>
          </a:p>
          <a:p>
            <a:r>
              <a:rPr lang="en-US" sz="1800" b="1" dirty="0"/>
              <a:t>Encryption for privacy protection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12563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Week 3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Data anonymization background </a:t>
            </a:r>
          </a:p>
          <a:p>
            <a:endParaRPr lang="en-US" altLang="zh-CN" dirty="0"/>
          </a:p>
          <a:p>
            <a:r>
              <a:rPr lang="en-US" altLang="zh-CN" dirty="0"/>
              <a:t>Data anonymization method </a:t>
            </a:r>
          </a:p>
          <a:p>
            <a:pPr lvl="1"/>
            <a:r>
              <a:rPr lang="en-AU" dirty="0"/>
              <a:t>K-anonymity</a:t>
            </a:r>
          </a:p>
          <a:p>
            <a:pPr lvl="1"/>
            <a:endParaRPr lang="en-AU" dirty="0"/>
          </a:p>
          <a:p>
            <a:pPr lvl="1"/>
            <a:r>
              <a:rPr lang="en-AU" dirty="0"/>
              <a:t>L -diversity</a:t>
            </a:r>
          </a:p>
          <a:p>
            <a:pPr lvl="1"/>
            <a:r>
              <a:rPr lang="en-AU" dirty="0"/>
              <a:t>T-closeness</a:t>
            </a:r>
          </a:p>
          <a:p>
            <a:pPr marL="342900" lvl="1"/>
            <a:endParaRPr lang="en-AU" dirty="0"/>
          </a:p>
        </p:txBody>
      </p:sp>
      <p:graphicFrame>
        <p:nvGraphicFramePr>
          <p:cNvPr id="5" name="对象 4">
            <a:extLst>
              <a:ext uri="{FF2B5EF4-FFF2-40B4-BE49-F238E27FC236}">
                <a16:creationId xmlns:a16="http://schemas.microsoft.com/office/drawing/2014/main" id="{039664AF-01E7-417A-AB7F-2665A9E779F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41969" y="3046212"/>
          <a:ext cx="340570" cy="31515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8560" imgH="164880" progId="Equation.DSMT4">
                  <p:embed/>
                </p:oleObj>
              </mc:Choice>
              <mc:Fallback>
                <p:oleObj name="Equation" r:id="rId2" imgW="88560" imgH="164880" progId="Equation.DSMT4">
                  <p:embed/>
                  <p:pic>
                    <p:nvPicPr>
                      <p:cNvPr id="5" name="对象 4">
                        <a:extLst>
                          <a:ext uri="{FF2B5EF4-FFF2-40B4-BE49-F238E27FC236}">
                            <a16:creationId xmlns:a16="http://schemas.microsoft.com/office/drawing/2014/main" id="{039664AF-01E7-417A-AB7F-2665A9E779F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141969" y="3046212"/>
                        <a:ext cx="340570" cy="31515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7D1476-795E-E0BD-7E55-F71D3C1B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A8D9AD5-F248-4919-864A-CFD76CC027D6}" type="slidenum">
              <a:rPr lang="en-AU" smtClean="0"/>
              <a:pPr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69770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Week 4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Differential privacy background</a:t>
            </a:r>
          </a:p>
          <a:p>
            <a:r>
              <a:rPr lang="en-US" dirty="0"/>
              <a:t>Differentially privacy definitions</a:t>
            </a:r>
          </a:p>
          <a:p>
            <a:r>
              <a:rPr lang="en-AU" dirty="0"/>
              <a:t>Differential privacy implementation</a:t>
            </a:r>
          </a:p>
          <a:p>
            <a:r>
              <a:rPr lang="en-AU" dirty="0"/>
              <a:t>Differential privacy pros and  cons</a:t>
            </a:r>
          </a:p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A8D9AD5-F248-4919-864A-CFD76CC027D6}" type="slidenum">
              <a:rPr lang="en-AU" smtClean="0"/>
              <a:pPr/>
              <a:t>6</a:t>
            </a:fld>
            <a:endParaRPr lang="en-A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3644"/>
    </mc:Choice>
    <mc:Fallback xmlns="">
      <p:transition advTm="33644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Week 5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Sensitive data collecting</a:t>
            </a:r>
          </a:p>
          <a:p>
            <a:r>
              <a:rPr lang="en-AU" dirty="0"/>
              <a:t>Local differential privacy </a:t>
            </a:r>
          </a:p>
          <a:p>
            <a:r>
              <a:rPr lang="en-AU" dirty="0"/>
              <a:t>Applications of differential privacy</a:t>
            </a:r>
          </a:p>
          <a:p>
            <a:r>
              <a:rPr lang="en-AU" dirty="0"/>
              <a:t>Differential privacy for deep learning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74DBDC9-D39F-4915-811E-6A4757393BA4}" type="slidenum">
              <a:rPr lang="en-AU" smtClean="0"/>
              <a:pPr/>
              <a:t>7</a:t>
            </a:fld>
            <a:endParaRPr lang="en-A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3644"/>
    </mc:Choice>
    <mc:Fallback xmlns="">
      <p:transition advTm="33644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Week 6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Background</a:t>
            </a:r>
          </a:p>
          <a:p>
            <a:r>
              <a:rPr lang="en-AU" dirty="0"/>
              <a:t>Privacy measurement</a:t>
            </a:r>
          </a:p>
          <a:p>
            <a:r>
              <a:rPr lang="en-AU" dirty="0"/>
              <a:t>Personalized privacy implementation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74DBDC9-D39F-4915-811E-6A4757393BA4}" type="slidenum">
              <a:rPr lang="en-AU" smtClean="0"/>
              <a:pPr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69508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3644"/>
    </mc:Choice>
    <mc:Fallback xmlns="">
      <p:transition advTm="33644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Week 7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Background</a:t>
            </a:r>
          </a:p>
          <a:p>
            <a:r>
              <a:rPr lang="en-AU" dirty="0"/>
              <a:t>Web log, traffic analysis attack</a:t>
            </a:r>
          </a:p>
          <a:p>
            <a:r>
              <a:rPr lang="en-AU" dirty="0"/>
              <a:t>https protocol for privacy</a:t>
            </a:r>
          </a:p>
          <a:p>
            <a:r>
              <a:rPr lang="en-AU" dirty="0"/>
              <a:t>Packet Padding </a:t>
            </a:r>
          </a:p>
          <a:p>
            <a:r>
              <a:rPr lang="en-AU"/>
              <a:t>Anonymous </a:t>
            </a:r>
            <a:r>
              <a:rPr lang="en-AU" dirty="0"/>
              <a:t>communication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74DBDC9-D39F-4915-811E-6A4757393BA4}" type="slidenum">
              <a:rPr lang="en-AU" smtClean="0"/>
              <a:pPr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94694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3644"/>
    </mc:Choice>
    <mc:Fallback xmlns="">
      <p:transition advTm="33644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Week 8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Deepfake</a:t>
            </a:r>
            <a:r>
              <a:rPr lang="zh-CN" altLang="en-US" dirty="0"/>
              <a:t> </a:t>
            </a:r>
            <a:r>
              <a:rPr lang="en-US" altLang="zh-CN" dirty="0"/>
              <a:t>background </a:t>
            </a:r>
          </a:p>
          <a:p>
            <a:r>
              <a:rPr lang="en-US" altLang="zh-CN" dirty="0"/>
              <a:t>Deepfake</a:t>
            </a:r>
            <a:r>
              <a:rPr lang="zh-CN" altLang="en-US" dirty="0"/>
              <a:t> </a:t>
            </a:r>
            <a:r>
              <a:rPr lang="en-US" altLang="zh-CN" dirty="0"/>
              <a:t>attacks</a:t>
            </a:r>
          </a:p>
          <a:p>
            <a:r>
              <a:rPr lang="en-US" altLang="zh-CN" dirty="0"/>
              <a:t>Deepfake</a:t>
            </a:r>
            <a:r>
              <a:rPr lang="zh-CN" altLang="en-US" dirty="0"/>
              <a:t> </a:t>
            </a:r>
            <a:r>
              <a:rPr lang="en-US" altLang="zh-CN" dirty="0"/>
              <a:t>countermeasures</a:t>
            </a:r>
            <a:endParaRPr lang="en-AU" dirty="0"/>
          </a:p>
          <a:p>
            <a:pPr lvl="1"/>
            <a:endParaRPr lang="en-A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7D1476-795E-E0BD-7E55-F71D3C1B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A8D9AD5-F248-4919-864A-CFD76CC027D6}" type="slidenum">
              <a:rPr lang="en-AU" smtClean="0"/>
              <a:pPr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0851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Week 9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Federated learning background </a:t>
            </a:r>
          </a:p>
          <a:p>
            <a:r>
              <a:rPr lang="en-US" altLang="zh-CN" dirty="0"/>
              <a:t>Attacks on federated learning</a:t>
            </a:r>
          </a:p>
          <a:p>
            <a:r>
              <a:rPr lang="en-US" altLang="zh-CN" dirty="0"/>
              <a:t>Secure data aggregation</a:t>
            </a:r>
            <a:endParaRPr lang="en-AU" dirty="0"/>
          </a:p>
          <a:p>
            <a:pPr lvl="1"/>
            <a:endParaRPr lang="en-A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7D1476-795E-E0BD-7E55-F71D3C1B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A8D9AD5-F248-4919-864A-CFD76CC027D6}" type="slidenum">
              <a:rPr lang="en-AU" smtClean="0"/>
              <a:pPr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485989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Week 10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Poisoning attacks background</a:t>
            </a:r>
          </a:p>
          <a:p>
            <a:r>
              <a:rPr lang="en-US" dirty="0"/>
              <a:t>Poisoning attacks techniques</a:t>
            </a:r>
          </a:p>
          <a:p>
            <a:r>
              <a:rPr lang="en-AU" dirty="0"/>
              <a:t>Countermeasures against poisoning attacks</a:t>
            </a:r>
          </a:p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A8D9AD5-F248-4919-864A-CFD76CC027D6}" type="slidenum">
              <a:rPr lang="en-AU" smtClean="0"/>
              <a:pPr/>
              <a:t>12</a:t>
            </a:fld>
            <a:endParaRPr lang="en-A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3644"/>
    </mc:Choice>
    <mc:Fallback xmlns="">
      <p:transition advTm="33644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Week 11 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sz="2000" dirty="0"/>
              <a:t>Background of machine unlearning (MU)</a:t>
            </a:r>
          </a:p>
          <a:p>
            <a:r>
              <a:rPr lang="en-US" altLang="zh-CN" sz="2000" dirty="0"/>
              <a:t>Machine unlearning algorithms</a:t>
            </a:r>
          </a:p>
          <a:p>
            <a:pPr lvl="1"/>
            <a:r>
              <a:rPr lang="en-US" altLang="zh-CN" sz="2000" b="0" dirty="0"/>
              <a:t>Exact unlearning (fast retraining)</a:t>
            </a:r>
          </a:p>
          <a:p>
            <a:pPr lvl="1"/>
            <a:r>
              <a:rPr lang="en-US" altLang="zh-CN" sz="2000" b="0" dirty="0"/>
              <a:t>Approximate unlearning</a:t>
            </a:r>
          </a:p>
          <a:p>
            <a:r>
              <a:rPr lang="en-US" altLang="zh-CN" sz="2000" dirty="0"/>
              <a:t>Unlearning verification</a:t>
            </a:r>
          </a:p>
          <a:p>
            <a:r>
              <a:rPr lang="en-US" altLang="zh-CN" sz="2000" dirty="0"/>
              <a:t>Privacy and security issues in machine unlearning</a:t>
            </a:r>
            <a:endParaRPr lang="en-AU" sz="2000" dirty="0"/>
          </a:p>
          <a:p>
            <a:pPr lvl="1"/>
            <a:endParaRPr lang="en-A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7D1476-795E-E0BD-7E55-F71D3C1B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48B260-71D2-7447-B65A-67E4BCE86F66}" type="slidenum">
              <a:rPr lang="en-CN" smtClean="0"/>
              <a:pPr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445144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46726" y="3998332"/>
            <a:ext cx="3556000" cy="415959"/>
          </a:xfrm>
        </p:spPr>
        <p:txBody>
          <a:bodyPr>
            <a:normAutofit/>
          </a:bodyPr>
          <a:lstStyle/>
          <a:p>
            <a:r>
              <a:rPr lang="en-AU" dirty="0"/>
              <a:t>Available at UTS library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A8D9AD5-F248-4919-864A-CFD76CC027D6}" type="slidenum">
              <a:rPr lang="en-AU" smtClean="0"/>
              <a:pPr/>
              <a:t>14</a:t>
            </a:fld>
            <a:endParaRPr lang="en-A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06B205-7F44-2C88-AF4D-A75B1DD7D84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165" r="3213" b="2"/>
          <a:stretch/>
        </p:blipFill>
        <p:spPr>
          <a:xfrm>
            <a:off x="1246726" y="853985"/>
            <a:ext cx="2216849" cy="307238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595C79D-5A8B-AFBD-CDE5-99511C291963}"/>
              </a:ext>
            </a:extLst>
          </p:cNvPr>
          <p:cNvSpPr txBox="1">
            <a:spLocks/>
          </p:cNvSpPr>
          <p:nvPr/>
        </p:nvSpPr>
        <p:spPr>
          <a:xfrm>
            <a:off x="5448300" y="1045582"/>
            <a:ext cx="2559050" cy="209766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800"/>
              </a:spcAft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400"/>
              </a:spcAft>
              <a:buFontTx/>
              <a:buNone/>
              <a:defRPr sz="2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16000" indent="-2160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800"/>
              </a:spcAft>
              <a:buFont typeface="Arial" pitchFamily="34" charset="0"/>
              <a:buChar char="&gt;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32000" indent="-2159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800"/>
              </a:spcAft>
              <a:buFont typeface="Arial" pitchFamily="34" charset="0"/>
              <a:buChar char="&gt;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48000" indent="-2160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800"/>
              </a:spcAft>
              <a:buFont typeface="Arial" pitchFamily="34" charset="0"/>
              <a:buChar char="&gt;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Other material will be </a:t>
            </a:r>
          </a:p>
          <a:p>
            <a:r>
              <a:rPr lang="en-AU" dirty="0"/>
              <a:t>available at Canvas </a:t>
            </a:r>
          </a:p>
        </p:txBody>
      </p:sp>
    </p:spTree>
    <p:extLst>
      <p:ext uri="{BB962C8B-B14F-4D97-AF65-F5344CB8AC3E}">
        <p14:creationId xmlns:p14="http://schemas.microsoft.com/office/powerpoint/2010/main" val="2549617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20185"/>
    </mc:Choice>
    <mc:Fallback xmlns="">
      <p:transition advTm="20185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Topics we do not cover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A8D9AD5-F248-4919-864A-CFD76CC027D6}" type="slidenum">
              <a:rPr lang="en-AU" smtClean="0"/>
              <a:pPr/>
              <a:t>15</a:t>
            </a:fld>
            <a:endParaRPr lang="en-AU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6150C48-34AD-0087-30C4-8C47FBC10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7748" y="942268"/>
            <a:ext cx="5858819" cy="3573403"/>
          </a:xfrm>
        </p:spPr>
        <p:txBody>
          <a:bodyPr>
            <a:normAutofit/>
          </a:bodyPr>
          <a:lstStyle/>
          <a:p>
            <a:pPr marL="342900" lvl="0" indent="-342900">
              <a:lnSpc>
                <a:spcPct val="107000"/>
              </a:lnSpc>
              <a:buFont typeface="+mj-lt"/>
              <a:buAutoNum type="arabicPeriod"/>
            </a:pPr>
            <a:r>
              <a:rPr lang="en-AU" sz="2500" b="1" kern="1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Automatic driving</a:t>
            </a:r>
          </a:p>
          <a:p>
            <a:pPr marL="342900" lvl="0" indent="-342900">
              <a:lnSpc>
                <a:spcPct val="107000"/>
              </a:lnSpc>
              <a:buFont typeface="+mj-lt"/>
              <a:buAutoNum type="arabicPeriod"/>
            </a:pPr>
            <a:r>
              <a:rPr lang="en-AU" sz="2500" b="1" kern="100" dirty="0"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Semantic communication</a:t>
            </a:r>
            <a:endParaRPr lang="en-AU" sz="2500" b="1" kern="100" dirty="0">
              <a:effectLst/>
              <a:latin typeface="Calibri" panose="020F050202020403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+mj-lt"/>
              <a:buAutoNum type="arabicPeriod"/>
            </a:pPr>
            <a:r>
              <a:rPr lang="en-AU" sz="2500" b="1" kern="1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Digital twin</a:t>
            </a:r>
          </a:p>
          <a:p>
            <a:pPr marL="342900" lvl="0" indent="-342900">
              <a:lnSpc>
                <a:spcPct val="107000"/>
              </a:lnSpc>
              <a:buFont typeface="+mj-lt"/>
              <a:buAutoNum type="arabicPeriod"/>
            </a:pPr>
            <a:r>
              <a:rPr lang="en-AU" sz="2500" b="1" kern="100" dirty="0"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Metaverse</a:t>
            </a:r>
            <a:endParaRPr lang="en-AU" sz="2500" b="1" kern="100" dirty="0">
              <a:effectLst/>
              <a:latin typeface="Calibri" panose="020F050202020403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buFont typeface="+mj-lt"/>
              <a:buAutoNum type="arabicPeriod"/>
            </a:pPr>
            <a:r>
              <a:rPr lang="en-AU" sz="2500" b="1" kern="100" dirty="0">
                <a:effectLst/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Quantum computing</a:t>
            </a:r>
          </a:p>
          <a:p>
            <a:pPr lvl="0">
              <a:lnSpc>
                <a:spcPct val="107000"/>
              </a:lnSpc>
            </a:pPr>
            <a:r>
              <a:rPr lang="en-AU" sz="2500" b="1" kern="100" dirty="0">
                <a:latin typeface="Calibri" panose="020F0502020204030204" pitchFamily="34" charset="0"/>
                <a:ea typeface="DengXian" panose="02010600030101010101" pitchFamily="2" charset="-122"/>
                <a:cs typeface="Times New Roman" panose="02020603050405020304" pitchFamily="18" charset="0"/>
              </a:rPr>
              <a:t>     …</a:t>
            </a:r>
            <a:endParaRPr lang="en-AU" sz="2500" b="1" kern="100" dirty="0">
              <a:effectLst/>
              <a:latin typeface="Calibri" panose="020F0502020204030204" pitchFamily="34" charset="0"/>
              <a:ea typeface="DengXian" panose="02010600030101010101" pitchFamily="2" charset="-122"/>
              <a:cs typeface="Times New Roman" panose="02020603050405020304" pitchFamily="18" charset="0"/>
            </a:endParaRP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42492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54419"/>
    </mc:Choice>
    <mc:Fallback xmlns="">
      <p:transition advTm="54419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0707" y="464139"/>
            <a:ext cx="5542520" cy="359073"/>
          </a:xfrm>
        </p:spPr>
        <p:txBody>
          <a:bodyPr/>
          <a:lstStyle/>
          <a:p>
            <a:r>
              <a:rPr lang="en-US" dirty="0"/>
              <a:t>Thank you &amp; Best wishes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A8D9AD5-F248-4919-864A-CFD76CC027D6}" type="slidenum">
              <a:rPr lang="en-AU" smtClean="0"/>
              <a:pPr/>
              <a:t>16</a:t>
            </a:fld>
            <a:endParaRPr lang="en-AU"/>
          </a:p>
        </p:txBody>
      </p:sp>
      <p:pic>
        <p:nvPicPr>
          <p:cNvPr id="1026" name="Picture 2" descr="Thank You Images – Browse 248,716 Stock Photos, Vectors, and ...">
            <a:extLst>
              <a:ext uri="{FF2B5EF4-FFF2-40B4-BE49-F238E27FC236}">
                <a16:creationId xmlns:a16="http://schemas.microsoft.com/office/drawing/2014/main" id="{E8E63E37-BA71-5806-3CA6-B6AEF1810D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1804" y="1283558"/>
            <a:ext cx="3724404" cy="29795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5147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54419"/>
    </mc:Choice>
    <mc:Fallback xmlns="">
      <p:transition advTm="54419"/>
    </mc:Fallback>
  </mc:AlternateContent>
</p:sld>
</file>

<file path=ppt/theme/theme1.xml><?xml version="1.0" encoding="utf-8"?>
<a:theme xmlns:a="http://schemas.openxmlformats.org/drawingml/2006/main" name="UTS-Corp-16x9">
  <a:themeElements>
    <a:clrScheme name="Custom 2">
      <a:dk1>
        <a:sysClr val="windowText" lastClr="000000"/>
      </a:dk1>
      <a:lt1>
        <a:sysClr val="window" lastClr="FFFFFF"/>
      </a:lt1>
      <a:dk2>
        <a:srgbClr val="8CB7C7"/>
      </a:dk2>
      <a:lt2>
        <a:srgbClr val="8CB7C7"/>
      </a:lt2>
      <a:accent1>
        <a:srgbClr val="0078C9"/>
      </a:accent1>
      <a:accent2>
        <a:srgbClr val="8CB7C7"/>
      </a:accent2>
      <a:accent3>
        <a:srgbClr val="4853C5"/>
      </a:accent3>
      <a:accent4>
        <a:srgbClr val="9325B2"/>
      </a:accent4>
      <a:accent5>
        <a:srgbClr val="FFBC3E"/>
      </a:accent5>
      <a:accent6>
        <a:srgbClr val="76AE99"/>
      </a:accent6>
      <a:hlink>
        <a:srgbClr val="00AEEF"/>
      </a:hlink>
      <a:folHlink>
        <a:srgbClr val="9325B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07A8468A96921419EC8CB9BF791CD1B" ma:contentTypeVersion="3" ma:contentTypeDescription="Create a new document." ma:contentTypeScope="" ma:versionID="8e09059436c6d1085ff2e74b3772b035">
  <xsd:schema xmlns:xsd="http://www.w3.org/2001/XMLSchema" xmlns:xs="http://www.w3.org/2001/XMLSchema" xmlns:p="http://schemas.microsoft.com/office/2006/metadata/properties" xmlns:ns1="http://schemas.microsoft.com/sharepoint/v3" xmlns:ns2="eed576b4-51ef-4fde-88aa-d1998b7e86ab" xmlns:ns3="420b5d22-3341-4f60-b4d6-57d88f13fbf6" xmlns:ns4="599cdadb-518c-4a4c-85ba-dbf7adc631b4" targetNamespace="http://schemas.microsoft.com/office/2006/metadata/properties" ma:root="true" ma:fieldsID="ed8dc5b1fb6572d465f2cc67d2746df9" ns1:_="" ns2:_="" ns3:_="" ns4:_="">
    <xsd:import namespace="http://schemas.microsoft.com/sharepoint/v3"/>
    <xsd:import namespace="eed576b4-51ef-4fde-88aa-d1998b7e86ab"/>
    <xsd:import namespace="420b5d22-3341-4f60-b4d6-57d88f13fbf6"/>
    <xsd:import namespace="599cdadb-518c-4a4c-85ba-dbf7adc631b4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n7b07abd204a4b3c8743921084ee4455" minOccurs="0"/>
                <xsd:element ref="ns3:TaxCatchAll" minOccurs="0"/>
                <xsd:element ref="ns4:KeyDocument" minOccurs="0"/>
                <xsd:element ref="ns3:Document_x0020_Typ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" ma:hidden="true" ma:internalName="PublishingExpirationDat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d576b4-51ef-4fde-88aa-d1998b7e86ab" elementFormDefault="qualified">
    <xsd:import namespace="http://schemas.microsoft.com/office/2006/documentManagement/types"/>
    <xsd:import namespace="http://schemas.microsoft.com/office/infopath/2007/PartnerControls"/>
    <xsd:element name="n7b07abd204a4b3c8743921084ee4455" ma:index="10" nillable="true" ma:displayName="myaudience_0" ma:hidden="true" ma:internalName="n7b07abd204a4b3c8743921084ee4455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0b5d22-3341-4f60-b4d6-57d88f13fbf6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4553cfad-a826-4f39-a88c-0650d3dda480}" ma:internalName="TaxCatchAll" ma:showField="CatchAllData" ma:web="b2ce3108-d608-492b-b71d-3b8d517a71f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Document_x0020_Type" ma:index="13" nillable="true" ma:displayName="Document Type" ma:default="Agenda" ma:format="Dropdown" ma:internalName="Document_x0020_Type" ma:readOnly="false">
      <xsd:simpleType>
        <xsd:restriction base="dms:Choice">
          <xsd:enumeration value="Agenda"/>
          <xsd:enumeration value="Architecture"/>
          <xsd:enumeration value="Business Case"/>
          <xsd:enumeration value="Communication Plan"/>
          <xsd:enumeration value="Design"/>
          <xsd:enumeration value="Diagram"/>
          <xsd:enumeration value="EOI"/>
          <xsd:enumeration value="General"/>
          <xsd:enumeration value="Implementation"/>
          <xsd:enumeration value="Invoice"/>
          <xsd:enumeration value="Issues Log"/>
          <xsd:enumeration value="Minutes"/>
          <xsd:enumeration value="Other"/>
          <xsd:enumeration value="PND"/>
          <xsd:enumeration value="Policy"/>
          <xsd:enumeration value="Presentation"/>
          <xsd:enumeration value="Project Plan"/>
          <xsd:enumeration value="Purchase Order"/>
          <xsd:enumeration value="Requirements"/>
          <xsd:enumeration value="Risk Log"/>
          <xsd:enumeration value="Scoping"/>
          <xsd:enumeration value="Status Report"/>
          <xsd:enumeration value="Tender"/>
          <xsd:enumeration value="Terms of Reference"/>
          <xsd:enumeration value="Testing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99cdadb-518c-4a4c-85ba-dbf7adc631b4" elementFormDefault="qualified">
    <xsd:import namespace="http://schemas.microsoft.com/office/2006/documentManagement/types"/>
    <xsd:import namespace="http://schemas.microsoft.com/office/infopath/2007/PartnerControls"/>
    <xsd:element name="KeyDocument" ma:index="12" nillable="true" ma:displayName="KeyDocument" ma:default="No" ma:format="Dropdown" ma:internalName="KeyDocument" ma:readOnly="false">
      <xsd:simpleType>
        <xsd:restriction base="dms:Choice">
          <xsd:enumeration value="No"/>
          <xsd:enumeration value="Yes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eyDocument xmlns="599cdadb-518c-4a4c-85ba-dbf7adc631b4">No</KeyDocument>
    <n7b07abd204a4b3c8743921084ee4455 xmlns="eed576b4-51ef-4fde-88aa-d1998b7e86ab" xsi:nil="true"/>
    <PublishingExpirationDate xmlns="http://schemas.microsoft.com/sharepoint/v3" xsi:nil="true"/>
    <Document_x0020_Type xmlns="420b5d22-3341-4f60-b4d6-57d88f13fbf6">Agenda</Document_x0020_Type>
    <PublishingStartDate xmlns="http://schemas.microsoft.com/sharepoint/v3" xsi:nil="true"/>
    <TaxCatchAll xmlns="420b5d22-3341-4f60-b4d6-57d88f13fbf6"/>
  </documentManagement>
</p:properties>
</file>

<file path=customXml/itemProps1.xml><?xml version="1.0" encoding="utf-8"?>
<ds:datastoreItem xmlns:ds="http://schemas.openxmlformats.org/officeDocument/2006/customXml" ds:itemID="{8506A871-0570-4C93-A5B1-9346D160FDA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D717CFD-E037-4061-A51B-381CBE88C5D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ed576b4-51ef-4fde-88aa-d1998b7e86ab"/>
    <ds:schemaRef ds:uri="420b5d22-3341-4f60-b4d6-57d88f13fbf6"/>
    <ds:schemaRef ds:uri="599cdadb-518c-4a4c-85ba-dbf7adc631b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4C77909-F3CE-42A4-926B-779030D6FA50}">
  <ds:schemaRefs>
    <ds:schemaRef ds:uri="420b5d22-3341-4f60-b4d6-57d88f13fbf6"/>
    <ds:schemaRef ds:uri="http://schemas.microsoft.com/office/2006/metadata/properties"/>
    <ds:schemaRef ds:uri="http://purl.org/dc/elements/1.1/"/>
    <ds:schemaRef ds:uri="http://schemas.microsoft.com/office/2006/documentManagement/types"/>
    <ds:schemaRef ds:uri="599cdadb-518c-4a4c-85ba-dbf7adc631b4"/>
    <ds:schemaRef ds:uri="http://schemas.microsoft.com/sharepoint/v3"/>
    <ds:schemaRef ds:uri="http://purl.org/dc/dcmitype/"/>
    <ds:schemaRef ds:uri="http://purl.org/dc/terms/"/>
    <ds:schemaRef ds:uri="http://www.w3.org/XML/1998/namespace"/>
    <ds:schemaRef ds:uri="eed576b4-51ef-4fde-88aa-d1998b7e86ab"/>
    <ds:schemaRef ds:uri="http://schemas.microsoft.com/office/infopath/2007/PartnerControls"/>
    <ds:schemaRef ds:uri="http://schemas.openxmlformats.org/package/2006/metadata/core-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UTS-Corp-16x9</Template>
  <TotalTime>617</TotalTime>
  <Words>349</Words>
  <Application>Microsoft Office PowerPoint</Application>
  <PresentationFormat>On-screen Show (16:9)</PresentationFormat>
  <Paragraphs>115</Paragraphs>
  <Slides>16</Slides>
  <Notes>5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ArialMT</vt:lpstr>
      <vt:lpstr>Arial</vt:lpstr>
      <vt:lpstr>Calibri</vt:lpstr>
      <vt:lpstr>UTS-Corp-16x9</vt:lpstr>
      <vt:lpstr>Equation</vt:lpstr>
      <vt:lpstr>41183 PRIVACY PRESERVING</vt:lpstr>
      <vt:lpstr>Assignment 2</vt:lpstr>
      <vt:lpstr>Roadmap of the subject </vt:lpstr>
      <vt:lpstr>Week 2 outline</vt:lpstr>
      <vt:lpstr>Week 3 Outline</vt:lpstr>
      <vt:lpstr>Week 4 Outline</vt:lpstr>
      <vt:lpstr>Week 5 Outline</vt:lpstr>
      <vt:lpstr>Week 6 Outline</vt:lpstr>
      <vt:lpstr>Week 7 Outline</vt:lpstr>
      <vt:lpstr>Week 8 Outline</vt:lpstr>
      <vt:lpstr>Week 9 Outline</vt:lpstr>
      <vt:lpstr>Week 10 Outline</vt:lpstr>
      <vt:lpstr>Week 11 Outline</vt:lpstr>
      <vt:lpstr>References</vt:lpstr>
      <vt:lpstr>The Topics we do not cover</vt:lpstr>
      <vt:lpstr>Thank you &amp; Best wishes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Massimo Piccardi</dc:creator>
  <cp:lastModifiedBy>Shui Yu</cp:lastModifiedBy>
  <cp:revision>29</cp:revision>
  <dcterms:created xsi:type="dcterms:W3CDTF">2015-05-09T21:23:29Z</dcterms:created>
  <dcterms:modified xsi:type="dcterms:W3CDTF">2025-10-13T03:06:44Z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0x010100D07A8468A96921419EC8CB9BF791CD1B</vt:lpwstr>
  </property>
  <property fmtid="{D5CDD505-2E9C-101B-9397-08002B2CF9AE}" pid="3" name="MSIP_Label_51a6c3db-1667-4f49-995a-8b9973972958_Enabled">
    <vt:lpwstr>true</vt:lpwstr>
  </property>
  <property fmtid="{D5CDD505-2E9C-101B-9397-08002B2CF9AE}" pid="4" name="MSIP_Label_51a6c3db-1667-4f49-995a-8b9973972958_SetDate">
    <vt:lpwstr>2023-08-01T04:26:50Z</vt:lpwstr>
  </property>
  <property fmtid="{D5CDD505-2E9C-101B-9397-08002B2CF9AE}" pid="5" name="MSIP_Label_51a6c3db-1667-4f49-995a-8b9973972958_Method">
    <vt:lpwstr>Standard</vt:lpwstr>
  </property>
  <property fmtid="{D5CDD505-2E9C-101B-9397-08002B2CF9AE}" pid="6" name="MSIP_Label_51a6c3db-1667-4f49-995a-8b9973972958_Name">
    <vt:lpwstr>UTS-Internal</vt:lpwstr>
  </property>
  <property fmtid="{D5CDD505-2E9C-101B-9397-08002B2CF9AE}" pid="7" name="MSIP_Label_51a6c3db-1667-4f49-995a-8b9973972958_SiteId">
    <vt:lpwstr>e8911c26-cf9f-4a9c-878e-527807be8791</vt:lpwstr>
  </property>
  <property fmtid="{D5CDD505-2E9C-101B-9397-08002B2CF9AE}" pid="8" name="MSIP_Label_51a6c3db-1667-4f49-995a-8b9973972958_ActionId">
    <vt:lpwstr>ae04b667-e8d2-4421-9e19-4b4c345511a0</vt:lpwstr>
  </property>
  <property fmtid="{D5CDD505-2E9C-101B-9397-08002B2CF9AE}" pid="9" name="MSIP_Label_51a6c3db-1667-4f49-995a-8b9973972958_ContentBits">
    <vt:lpwstr>0</vt:lpwstr>
  </property>
</Properties>
</file>