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4"/>
  </p:sldMasterIdLst>
  <p:notesMasterIdLst>
    <p:notesMasterId r:id="rId24"/>
  </p:notesMasterIdLst>
  <p:handoutMasterIdLst>
    <p:handoutMasterId r:id="rId25"/>
  </p:handoutMasterIdLst>
  <p:sldIdLst>
    <p:sldId id="453" r:id="rId5"/>
    <p:sldId id="425" r:id="rId6"/>
    <p:sldId id="383" r:id="rId7"/>
    <p:sldId id="422" r:id="rId8"/>
    <p:sldId id="494" r:id="rId9"/>
    <p:sldId id="495" r:id="rId10"/>
    <p:sldId id="470" r:id="rId11"/>
    <p:sldId id="434" r:id="rId12"/>
    <p:sldId id="476" r:id="rId13"/>
    <p:sldId id="469" r:id="rId14"/>
    <p:sldId id="496" r:id="rId15"/>
    <p:sldId id="497" r:id="rId16"/>
    <p:sldId id="500" r:id="rId17"/>
    <p:sldId id="483" r:id="rId18"/>
    <p:sldId id="486" r:id="rId19"/>
    <p:sldId id="498" r:id="rId20"/>
    <p:sldId id="423" r:id="rId21"/>
    <p:sldId id="491" r:id="rId22"/>
    <p:sldId id="49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26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B78FAC-9FF7-4507-8FE1-42FF2B9A073F}" v="25" dt="2023-09-29T07:50:51.190"/>
  </p1510:revLst>
</p1510:revInfo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59" autoAdjust="0"/>
    <p:restoredTop sz="95346" autoAdjust="0"/>
  </p:normalViewPr>
  <p:slideViewPr>
    <p:cSldViewPr snapToGrid="0">
      <p:cViewPr varScale="1">
        <p:scale>
          <a:sx n="94" d="100"/>
          <a:sy n="94" d="100"/>
        </p:scale>
        <p:origin x="312" y="77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3" d="100"/>
          <a:sy n="63" d="100"/>
        </p:scale>
        <p:origin x="198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i Yu" userId="c938b994-a30e-4cc7-a189-187a9b224868" providerId="ADAL" clId="{6369B46B-33B8-46E4-80C1-84CCED90E6BC}"/>
    <pc:docChg chg="custSel modSld">
      <pc:chgData name="Shui Yu" userId="c938b994-a30e-4cc7-a189-187a9b224868" providerId="ADAL" clId="{6369B46B-33B8-46E4-80C1-84CCED90E6BC}" dt="2023-09-27T04:16:52.054" v="122" actId="478"/>
      <pc:docMkLst>
        <pc:docMk/>
      </pc:docMkLst>
      <pc:sldChg chg="modSp mod">
        <pc:chgData name="Shui Yu" userId="c938b994-a30e-4cc7-a189-187a9b224868" providerId="ADAL" clId="{6369B46B-33B8-46E4-80C1-84CCED90E6BC}" dt="2023-09-14T06:04:09.774" v="5" actId="20577"/>
        <pc:sldMkLst>
          <pc:docMk/>
          <pc:sldMk cId="2074795202" sldId="423"/>
        </pc:sldMkLst>
        <pc:spChg chg="mod">
          <ac:chgData name="Shui Yu" userId="c938b994-a30e-4cc7-a189-187a9b224868" providerId="ADAL" clId="{6369B46B-33B8-46E4-80C1-84CCED90E6BC}" dt="2023-09-14T06:04:09.774" v="5" actId="20577"/>
          <ac:spMkLst>
            <pc:docMk/>
            <pc:sldMk cId="2074795202" sldId="423"/>
            <ac:spMk id="8" creationId="{EB88ACCF-71F1-3A5A-E6BC-72D94D549CA1}"/>
          </ac:spMkLst>
        </pc:spChg>
      </pc:sldChg>
      <pc:sldChg chg="delSp modSp mod">
        <pc:chgData name="Shui Yu" userId="c938b994-a30e-4cc7-a189-187a9b224868" providerId="ADAL" clId="{6369B46B-33B8-46E4-80C1-84CCED90E6BC}" dt="2023-09-27T04:16:52.054" v="122" actId="478"/>
        <pc:sldMkLst>
          <pc:docMk/>
          <pc:sldMk cId="121076721" sldId="449"/>
        </pc:sldMkLst>
        <pc:spChg chg="mod">
          <ac:chgData name="Shui Yu" userId="c938b994-a30e-4cc7-a189-187a9b224868" providerId="ADAL" clId="{6369B46B-33B8-46E4-80C1-84CCED90E6BC}" dt="2023-09-27T04:16:46.456" v="121" actId="20577"/>
          <ac:spMkLst>
            <pc:docMk/>
            <pc:sldMk cId="121076721" sldId="449"/>
            <ac:spMk id="3" creationId="{6003D2E1-7AE1-4107-9C92-D5CEA78F14D0}"/>
          </ac:spMkLst>
        </pc:spChg>
        <pc:spChg chg="del">
          <ac:chgData name="Shui Yu" userId="c938b994-a30e-4cc7-a189-187a9b224868" providerId="ADAL" clId="{6369B46B-33B8-46E4-80C1-84CCED90E6BC}" dt="2023-09-27T04:16:52.054" v="122" actId="478"/>
          <ac:spMkLst>
            <pc:docMk/>
            <pc:sldMk cId="121076721" sldId="449"/>
            <ac:spMk id="7" creationId="{8623DB0E-7B02-4F27-318A-B0CE1E821CBA}"/>
          </ac:spMkLst>
        </pc:spChg>
      </pc:sldChg>
      <pc:sldChg chg="modSp mod">
        <pc:chgData name="Shui Yu" userId="c938b994-a30e-4cc7-a189-187a9b224868" providerId="ADAL" clId="{6369B46B-33B8-46E4-80C1-84CCED90E6BC}" dt="2023-09-14T05:26:14.909" v="1" actId="20577"/>
        <pc:sldMkLst>
          <pc:docMk/>
          <pc:sldMk cId="0" sldId="453"/>
        </pc:sldMkLst>
        <pc:spChg chg="mod">
          <ac:chgData name="Shui Yu" userId="c938b994-a30e-4cc7-a189-187a9b224868" providerId="ADAL" clId="{6369B46B-33B8-46E4-80C1-84CCED90E6BC}" dt="2023-09-14T05:26:14.909" v="1" actId="20577"/>
          <ac:spMkLst>
            <pc:docMk/>
            <pc:sldMk cId="0" sldId="453"/>
            <ac:spMk id="6" creationId="{00000000-0000-0000-0000-000000000000}"/>
          </ac:spMkLst>
        </pc:spChg>
      </pc:sldChg>
      <pc:sldChg chg="modSp mod">
        <pc:chgData name="Shui Yu" userId="c938b994-a30e-4cc7-a189-187a9b224868" providerId="ADAL" clId="{6369B46B-33B8-46E4-80C1-84CCED90E6BC}" dt="2023-09-14T05:58:59.139" v="4" actId="20577"/>
        <pc:sldMkLst>
          <pc:docMk/>
          <pc:sldMk cId="3557466470" sldId="469"/>
        </pc:sldMkLst>
        <pc:spChg chg="mod">
          <ac:chgData name="Shui Yu" userId="c938b994-a30e-4cc7-a189-187a9b224868" providerId="ADAL" clId="{6369B46B-33B8-46E4-80C1-84CCED90E6BC}" dt="2023-09-14T05:58:59.139" v="4" actId="20577"/>
          <ac:spMkLst>
            <pc:docMk/>
            <pc:sldMk cId="3557466470" sldId="469"/>
            <ac:spMk id="3" creationId="{4645A446-E795-458E-A575-42EB31524480}"/>
          </ac:spMkLst>
        </pc:spChg>
      </pc:sldChg>
      <pc:sldChg chg="modSp mod">
        <pc:chgData name="Shui Yu" userId="c938b994-a30e-4cc7-a189-187a9b224868" providerId="ADAL" clId="{6369B46B-33B8-46E4-80C1-84CCED90E6BC}" dt="2023-09-14T05:27:51.763" v="3" actId="20577"/>
        <pc:sldMkLst>
          <pc:docMk/>
          <pc:sldMk cId="281581070" sldId="470"/>
        </pc:sldMkLst>
        <pc:spChg chg="mod">
          <ac:chgData name="Shui Yu" userId="c938b994-a30e-4cc7-a189-187a9b224868" providerId="ADAL" clId="{6369B46B-33B8-46E4-80C1-84CCED90E6BC}" dt="2023-09-14T05:27:51.763" v="3" actId="20577"/>
          <ac:spMkLst>
            <pc:docMk/>
            <pc:sldMk cId="281581070" sldId="470"/>
            <ac:spMk id="3" creationId="{4645A446-E795-458E-A575-42EB31524480}"/>
          </ac:spMkLst>
        </pc:spChg>
      </pc:sldChg>
      <pc:sldChg chg="modSp">
        <pc:chgData name="Shui Yu" userId="c938b994-a30e-4cc7-a189-187a9b224868" providerId="ADAL" clId="{6369B46B-33B8-46E4-80C1-84CCED90E6BC}" dt="2023-09-14T06:13:51.991" v="23" actId="20577"/>
        <pc:sldMkLst>
          <pc:docMk/>
          <pc:sldMk cId="1752207012" sldId="478"/>
        </pc:sldMkLst>
        <pc:spChg chg="mod">
          <ac:chgData name="Shui Yu" userId="c938b994-a30e-4cc7-a189-187a9b224868" providerId="ADAL" clId="{6369B46B-33B8-46E4-80C1-84CCED90E6BC}" dt="2023-09-14T06:13:51.991" v="23" actId="20577"/>
          <ac:spMkLst>
            <pc:docMk/>
            <pc:sldMk cId="1752207012" sldId="478"/>
            <ac:spMk id="3" creationId="{AAA82D27-25CD-493F-4528-3D7277875A8E}"/>
          </ac:spMkLst>
        </pc:spChg>
      </pc:sldChg>
      <pc:sldChg chg="modSp mod">
        <pc:chgData name="Shui Yu" userId="c938b994-a30e-4cc7-a189-187a9b224868" providerId="ADAL" clId="{6369B46B-33B8-46E4-80C1-84CCED90E6BC}" dt="2023-09-14T06:16:40.024" v="24" actId="14100"/>
        <pc:sldMkLst>
          <pc:docMk/>
          <pc:sldMk cId="1730542323" sldId="491"/>
        </pc:sldMkLst>
        <pc:spChg chg="mod">
          <ac:chgData name="Shui Yu" userId="c938b994-a30e-4cc7-a189-187a9b224868" providerId="ADAL" clId="{6369B46B-33B8-46E4-80C1-84CCED90E6BC}" dt="2023-09-14T06:16:40.024" v="24" actId="14100"/>
          <ac:spMkLst>
            <pc:docMk/>
            <pc:sldMk cId="1730542323" sldId="491"/>
            <ac:spMk id="2" creationId="{A546F324-6614-E390-7DDD-7DC711714C8A}"/>
          </ac:spMkLst>
        </pc:spChg>
      </pc:sldChg>
    </pc:docChg>
  </pc:docChgLst>
  <pc:docChgLst>
    <pc:chgData name="Shui Yu" userId="c938b994-a30e-4cc7-a189-187a9b224868" providerId="ADAL" clId="{1EB78FAC-9FF7-4507-8FE1-42FF2B9A073F}"/>
    <pc:docChg chg="undo custSel addSld delSld modSld">
      <pc:chgData name="Shui Yu" userId="c938b994-a30e-4cc7-a189-187a9b224868" providerId="ADAL" clId="{1EB78FAC-9FF7-4507-8FE1-42FF2B9A073F}" dt="2023-09-29T07:55:00.489" v="3570" actId="20577"/>
      <pc:docMkLst>
        <pc:docMk/>
      </pc:docMkLst>
      <pc:sldChg chg="add del">
        <pc:chgData name="Shui Yu" userId="c938b994-a30e-4cc7-a189-187a9b224868" providerId="ADAL" clId="{1EB78FAC-9FF7-4507-8FE1-42FF2B9A073F}" dt="2023-09-28T06:06:36.048" v="1735" actId="47"/>
        <pc:sldMkLst>
          <pc:docMk/>
          <pc:sldMk cId="1043619959" sldId="340"/>
        </pc:sldMkLst>
      </pc:sldChg>
      <pc:sldChg chg="modSp add del mod">
        <pc:chgData name="Shui Yu" userId="c938b994-a30e-4cc7-a189-187a9b224868" providerId="ADAL" clId="{1EB78FAC-9FF7-4507-8FE1-42FF2B9A073F}" dt="2023-09-28T06:30:38.280" v="2408" actId="47"/>
        <pc:sldMkLst>
          <pc:docMk/>
          <pc:sldMk cId="3168250952" sldId="360"/>
        </pc:sldMkLst>
        <pc:spChg chg="mod">
          <ac:chgData name="Shui Yu" userId="c938b994-a30e-4cc7-a189-187a9b224868" providerId="ADAL" clId="{1EB78FAC-9FF7-4507-8FE1-42FF2B9A073F}" dt="2023-09-28T06:27:26.358" v="2262" actId="6549"/>
          <ac:spMkLst>
            <pc:docMk/>
            <pc:sldMk cId="3168250952" sldId="360"/>
            <ac:spMk id="3" creationId="{00000000-0000-0000-0000-000000000000}"/>
          </ac:spMkLst>
        </pc:spChg>
      </pc:sldChg>
      <pc:sldChg chg="modSp mod">
        <pc:chgData name="Shui Yu" userId="c938b994-a30e-4cc7-a189-187a9b224868" providerId="ADAL" clId="{1EB78FAC-9FF7-4507-8FE1-42FF2B9A073F}" dt="2023-09-27T05:18:07.906" v="167" actId="20577"/>
        <pc:sldMkLst>
          <pc:docMk/>
          <pc:sldMk cId="2788855318" sldId="383"/>
        </pc:sldMkLst>
        <pc:spChg chg="mod">
          <ac:chgData name="Shui Yu" userId="c938b994-a30e-4cc7-a189-187a9b224868" providerId="ADAL" clId="{1EB78FAC-9FF7-4507-8FE1-42FF2B9A073F}" dt="2023-09-27T05:18:07.906" v="167" actId="20577"/>
          <ac:spMkLst>
            <pc:docMk/>
            <pc:sldMk cId="2788855318" sldId="383"/>
            <ac:spMk id="4" creationId="{00000000-0000-0000-0000-000000000000}"/>
          </ac:spMkLst>
        </pc:spChg>
      </pc:sldChg>
      <pc:sldChg chg="del">
        <pc:chgData name="Shui Yu" userId="c938b994-a30e-4cc7-a189-187a9b224868" providerId="ADAL" clId="{1EB78FAC-9FF7-4507-8FE1-42FF2B9A073F}" dt="2023-09-27T05:26:17.823" v="770" actId="47"/>
        <pc:sldMkLst>
          <pc:docMk/>
          <pc:sldMk cId="1469101157" sldId="387"/>
        </pc:sldMkLst>
      </pc:sldChg>
      <pc:sldChg chg="delSp modSp mod">
        <pc:chgData name="Shui Yu" userId="c938b994-a30e-4cc7-a189-187a9b224868" providerId="ADAL" clId="{1EB78FAC-9FF7-4507-8FE1-42FF2B9A073F}" dt="2023-09-27T05:26:11.225" v="769" actId="20577"/>
        <pc:sldMkLst>
          <pc:docMk/>
          <pc:sldMk cId="3514961087" sldId="422"/>
        </pc:sldMkLst>
        <pc:spChg chg="mod">
          <ac:chgData name="Shui Yu" userId="c938b994-a30e-4cc7-a189-187a9b224868" providerId="ADAL" clId="{1EB78FAC-9FF7-4507-8FE1-42FF2B9A073F}" dt="2023-09-27T05:20:10.523" v="297" actId="20577"/>
          <ac:spMkLst>
            <pc:docMk/>
            <pc:sldMk cId="3514961087" sldId="422"/>
            <ac:spMk id="2" creationId="{42AB768F-9729-4A98-ADBE-5E0E2AC04AEC}"/>
          </ac:spMkLst>
        </pc:spChg>
        <pc:spChg chg="mod">
          <ac:chgData name="Shui Yu" userId="c938b994-a30e-4cc7-a189-187a9b224868" providerId="ADAL" clId="{1EB78FAC-9FF7-4507-8FE1-42FF2B9A073F}" dt="2023-09-27T05:26:11.225" v="769" actId="20577"/>
          <ac:spMkLst>
            <pc:docMk/>
            <pc:sldMk cId="3514961087" sldId="422"/>
            <ac:spMk id="3" creationId="{4645A446-E795-458E-A575-42EB31524480}"/>
          </ac:spMkLst>
        </pc:spChg>
        <pc:spChg chg="del mod">
          <ac:chgData name="Shui Yu" userId="c938b994-a30e-4cc7-a189-187a9b224868" providerId="ADAL" clId="{1EB78FAC-9FF7-4507-8FE1-42FF2B9A073F}" dt="2023-09-27T05:19:37.323" v="279" actId="478"/>
          <ac:spMkLst>
            <pc:docMk/>
            <pc:sldMk cId="3514961087" sldId="422"/>
            <ac:spMk id="10" creationId="{87B482FC-90FB-A84D-F881-0F2974334BB3}"/>
          </ac:spMkLst>
        </pc:spChg>
        <pc:spChg chg="del">
          <ac:chgData name="Shui Yu" userId="c938b994-a30e-4cc7-a189-187a9b224868" providerId="ADAL" clId="{1EB78FAC-9FF7-4507-8FE1-42FF2B9A073F}" dt="2023-09-27T05:19:39.225" v="280" actId="478"/>
          <ac:spMkLst>
            <pc:docMk/>
            <pc:sldMk cId="3514961087" sldId="422"/>
            <ac:spMk id="12" creationId="{06FDBF65-6CDC-B297-D65C-FC2B46F88811}"/>
          </ac:spMkLst>
        </pc:spChg>
      </pc:sldChg>
      <pc:sldChg chg="del">
        <pc:chgData name="Shui Yu" userId="c938b994-a30e-4cc7-a189-187a9b224868" providerId="ADAL" clId="{1EB78FAC-9FF7-4507-8FE1-42FF2B9A073F}" dt="2023-09-28T06:15:19.999" v="2056" actId="47"/>
        <pc:sldMkLst>
          <pc:docMk/>
          <pc:sldMk cId="2074795202" sldId="423"/>
        </pc:sldMkLst>
      </pc:sldChg>
      <pc:sldChg chg="modSp add mod">
        <pc:chgData name="Shui Yu" userId="c938b994-a30e-4cc7-a189-187a9b224868" providerId="ADAL" clId="{1EB78FAC-9FF7-4507-8FE1-42FF2B9A073F}" dt="2023-09-29T07:36:29.831" v="2882" actId="20577"/>
        <pc:sldMkLst>
          <pc:docMk/>
          <pc:sldMk cId="2779171395" sldId="423"/>
        </pc:sldMkLst>
        <pc:spChg chg="mod">
          <ac:chgData name="Shui Yu" userId="c938b994-a30e-4cc7-a189-187a9b224868" providerId="ADAL" clId="{1EB78FAC-9FF7-4507-8FE1-42FF2B9A073F}" dt="2023-09-29T07:36:29.831" v="2882" actId="20577"/>
          <ac:spMkLst>
            <pc:docMk/>
            <pc:sldMk cId="2779171395" sldId="423"/>
            <ac:spMk id="4" creationId="{00000000-0000-0000-0000-000000000000}"/>
          </ac:spMkLst>
        </pc:spChg>
      </pc:sldChg>
      <pc:sldChg chg="modSp mod">
        <pc:chgData name="Shui Yu" userId="c938b994-a30e-4cc7-a189-187a9b224868" providerId="ADAL" clId="{1EB78FAC-9FF7-4507-8FE1-42FF2B9A073F}" dt="2023-09-27T05:17:44.990" v="149" actId="20577"/>
        <pc:sldMkLst>
          <pc:docMk/>
          <pc:sldMk cId="3969770561" sldId="425"/>
        </pc:sldMkLst>
        <pc:spChg chg="mod">
          <ac:chgData name="Shui Yu" userId="c938b994-a30e-4cc7-a189-187a9b224868" providerId="ADAL" clId="{1EB78FAC-9FF7-4507-8FE1-42FF2B9A073F}" dt="2023-09-27T05:17:44.990" v="149" actId="20577"/>
          <ac:spMkLst>
            <pc:docMk/>
            <pc:sldMk cId="3969770561" sldId="425"/>
            <ac:spMk id="3" creationId="{00000000-0000-0000-0000-000000000000}"/>
          </ac:spMkLst>
        </pc:spChg>
      </pc:sldChg>
      <pc:sldChg chg="modSp add mod">
        <pc:chgData name="Shui Yu" userId="c938b994-a30e-4cc7-a189-187a9b224868" providerId="ADAL" clId="{1EB78FAC-9FF7-4507-8FE1-42FF2B9A073F}" dt="2023-09-28T06:10:08.983" v="1807" actId="20577"/>
        <pc:sldMkLst>
          <pc:docMk/>
          <pc:sldMk cId="3422407558" sldId="434"/>
        </pc:sldMkLst>
        <pc:spChg chg="mod">
          <ac:chgData name="Shui Yu" userId="c938b994-a30e-4cc7-a189-187a9b224868" providerId="ADAL" clId="{1EB78FAC-9FF7-4507-8FE1-42FF2B9A073F}" dt="2023-09-28T06:10:08.983" v="1807" actId="20577"/>
          <ac:spMkLst>
            <pc:docMk/>
            <pc:sldMk cId="3422407558" sldId="434"/>
            <ac:spMk id="2" creationId="{B093BB7D-0F1E-9A47-B498-0137BFD8BED7}"/>
          </ac:spMkLst>
        </pc:spChg>
      </pc:sldChg>
      <pc:sldChg chg="del">
        <pc:chgData name="Shui Yu" userId="c938b994-a30e-4cc7-a189-187a9b224868" providerId="ADAL" clId="{1EB78FAC-9FF7-4507-8FE1-42FF2B9A073F}" dt="2023-09-28T06:15:19.999" v="2056" actId="47"/>
        <pc:sldMkLst>
          <pc:docMk/>
          <pc:sldMk cId="121076721" sldId="449"/>
        </pc:sldMkLst>
      </pc:sldChg>
      <pc:sldChg chg="modSp mod">
        <pc:chgData name="Shui Yu" userId="c938b994-a30e-4cc7-a189-187a9b224868" providerId="ADAL" clId="{1EB78FAC-9FF7-4507-8FE1-42FF2B9A073F}" dt="2023-09-27T05:16:43.259" v="69" actId="1076"/>
        <pc:sldMkLst>
          <pc:docMk/>
          <pc:sldMk cId="0" sldId="453"/>
        </pc:sldMkLst>
        <pc:spChg chg="mod">
          <ac:chgData name="Shui Yu" userId="c938b994-a30e-4cc7-a189-187a9b224868" providerId="ADAL" clId="{1EB78FAC-9FF7-4507-8FE1-42FF2B9A073F}" dt="2023-09-27T05:16:43.259" v="69" actId="1076"/>
          <ac:spMkLst>
            <pc:docMk/>
            <pc:sldMk cId="0" sldId="453"/>
            <ac:spMk id="6" creationId="{00000000-0000-0000-0000-000000000000}"/>
          </ac:spMkLst>
        </pc:spChg>
      </pc:sldChg>
      <pc:sldChg chg="del">
        <pc:chgData name="Shui Yu" userId="c938b994-a30e-4cc7-a189-187a9b224868" providerId="ADAL" clId="{1EB78FAC-9FF7-4507-8FE1-42FF2B9A073F}" dt="2023-09-27T05:26:20.557" v="771" actId="47"/>
        <pc:sldMkLst>
          <pc:docMk/>
          <pc:sldMk cId="3192615909" sldId="468"/>
        </pc:sldMkLst>
      </pc:sldChg>
      <pc:sldChg chg="modSp mod">
        <pc:chgData name="Shui Yu" userId="c938b994-a30e-4cc7-a189-187a9b224868" providerId="ADAL" clId="{1EB78FAC-9FF7-4507-8FE1-42FF2B9A073F}" dt="2023-09-28T06:30:18.893" v="2406" actId="20577"/>
        <pc:sldMkLst>
          <pc:docMk/>
          <pc:sldMk cId="3557466470" sldId="469"/>
        </pc:sldMkLst>
        <pc:spChg chg="mod">
          <ac:chgData name="Shui Yu" userId="c938b994-a30e-4cc7-a189-187a9b224868" providerId="ADAL" clId="{1EB78FAC-9FF7-4507-8FE1-42FF2B9A073F}" dt="2023-09-28T06:10:56.532" v="1836" actId="20577"/>
          <ac:spMkLst>
            <pc:docMk/>
            <pc:sldMk cId="3557466470" sldId="469"/>
            <ac:spMk id="2" creationId="{42AB768F-9729-4A98-ADBE-5E0E2AC04AEC}"/>
          </ac:spMkLst>
        </pc:spChg>
        <pc:spChg chg="mod">
          <ac:chgData name="Shui Yu" userId="c938b994-a30e-4cc7-a189-187a9b224868" providerId="ADAL" clId="{1EB78FAC-9FF7-4507-8FE1-42FF2B9A073F}" dt="2023-09-28T06:30:18.893" v="2406" actId="20577"/>
          <ac:spMkLst>
            <pc:docMk/>
            <pc:sldMk cId="3557466470" sldId="469"/>
            <ac:spMk id="3" creationId="{4645A446-E795-458E-A575-42EB31524480}"/>
          </ac:spMkLst>
        </pc:spChg>
      </pc:sldChg>
      <pc:sldChg chg="delSp modSp mod delAnim">
        <pc:chgData name="Shui Yu" userId="c938b994-a30e-4cc7-a189-187a9b224868" providerId="ADAL" clId="{1EB78FAC-9FF7-4507-8FE1-42FF2B9A073F}" dt="2023-09-29T07:26:23.733" v="2782" actId="6549"/>
        <pc:sldMkLst>
          <pc:docMk/>
          <pc:sldMk cId="281581070" sldId="470"/>
        </pc:sldMkLst>
        <pc:spChg chg="mod">
          <ac:chgData name="Shui Yu" userId="c938b994-a30e-4cc7-a189-187a9b224868" providerId="ADAL" clId="{1EB78FAC-9FF7-4507-8FE1-42FF2B9A073F}" dt="2023-09-28T06:06:51.366" v="1744" actId="20577"/>
          <ac:spMkLst>
            <pc:docMk/>
            <pc:sldMk cId="281581070" sldId="470"/>
            <ac:spMk id="2" creationId="{42AB768F-9729-4A98-ADBE-5E0E2AC04AEC}"/>
          </ac:spMkLst>
        </pc:spChg>
        <pc:spChg chg="mod">
          <ac:chgData name="Shui Yu" userId="c938b994-a30e-4cc7-a189-187a9b224868" providerId="ADAL" clId="{1EB78FAC-9FF7-4507-8FE1-42FF2B9A073F}" dt="2023-09-29T07:26:23.733" v="2782" actId="6549"/>
          <ac:spMkLst>
            <pc:docMk/>
            <pc:sldMk cId="281581070" sldId="470"/>
            <ac:spMk id="3" creationId="{4645A446-E795-458E-A575-42EB31524480}"/>
          </ac:spMkLst>
        </pc:spChg>
        <pc:spChg chg="del">
          <ac:chgData name="Shui Yu" userId="c938b994-a30e-4cc7-a189-187a9b224868" providerId="ADAL" clId="{1EB78FAC-9FF7-4507-8FE1-42FF2B9A073F}" dt="2023-09-28T05:54:33.754" v="1251" actId="478"/>
          <ac:spMkLst>
            <pc:docMk/>
            <pc:sldMk cId="281581070" sldId="470"/>
            <ac:spMk id="6" creationId="{3E732F3D-B9A7-7365-679C-CBF30B7F4F26}"/>
          </ac:spMkLst>
        </pc:spChg>
      </pc:sldChg>
      <pc:sldChg chg="del">
        <pc:chgData name="Shui Yu" userId="c938b994-a30e-4cc7-a189-187a9b224868" providerId="ADAL" clId="{1EB78FAC-9FF7-4507-8FE1-42FF2B9A073F}" dt="2023-09-28T06:15:19.999" v="2056" actId="47"/>
        <pc:sldMkLst>
          <pc:docMk/>
          <pc:sldMk cId="2438193062" sldId="473"/>
        </pc:sldMkLst>
      </pc:sldChg>
      <pc:sldChg chg="del">
        <pc:chgData name="Shui Yu" userId="c938b994-a30e-4cc7-a189-187a9b224868" providerId="ADAL" clId="{1EB78FAC-9FF7-4507-8FE1-42FF2B9A073F}" dt="2023-09-28T06:15:19.999" v="2056" actId="47"/>
        <pc:sldMkLst>
          <pc:docMk/>
          <pc:sldMk cId="1108770086" sldId="474"/>
        </pc:sldMkLst>
      </pc:sldChg>
      <pc:sldChg chg="del">
        <pc:chgData name="Shui Yu" userId="c938b994-a30e-4cc7-a189-187a9b224868" providerId="ADAL" clId="{1EB78FAC-9FF7-4507-8FE1-42FF2B9A073F}" dt="2023-09-28T06:15:45.480" v="2059" actId="47"/>
        <pc:sldMkLst>
          <pc:docMk/>
          <pc:sldMk cId="870958601" sldId="475"/>
        </pc:sldMkLst>
      </pc:sldChg>
      <pc:sldChg chg="modSp mod">
        <pc:chgData name="Shui Yu" userId="c938b994-a30e-4cc7-a189-187a9b224868" providerId="ADAL" clId="{1EB78FAC-9FF7-4507-8FE1-42FF2B9A073F}" dt="2023-09-28T06:07:24.508" v="1777" actId="20577"/>
        <pc:sldMkLst>
          <pc:docMk/>
          <pc:sldMk cId="4225506248" sldId="476"/>
        </pc:sldMkLst>
        <pc:spChg chg="mod">
          <ac:chgData name="Shui Yu" userId="c938b994-a30e-4cc7-a189-187a9b224868" providerId="ADAL" clId="{1EB78FAC-9FF7-4507-8FE1-42FF2B9A073F}" dt="2023-09-28T06:07:24.508" v="1777" actId="20577"/>
          <ac:spMkLst>
            <pc:docMk/>
            <pc:sldMk cId="4225506248" sldId="476"/>
            <ac:spMk id="4" creationId="{00000000-0000-0000-0000-000000000000}"/>
          </ac:spMkLst>
        </pc:spChg>
      </pc:sldChg>
      <pc:sldChg chg="del">
        <pc:chgData name="Shui Yu" userId="c938b994-a30e-4cc7-a189-187a9b224868" providerId="ADAL" clId="{1EB78FAC-9FF7-4507-8FE1-42FF2B9A073F}" dt="2023-09-28T06:15:19.999" v="2056" actId="47"/>
        <pc:sldMkLst>
          <pc:docMk/>
          <pc:sldMk cId="1752207012" sldId="478"/>
        </pc:sldMkLst>
      </pc:sldChg>
      <pc:sldChg chg="del">
        <pc:chgData name="Shui Yu" userId="c938b994-a30e-4cc7-a189-187a9b224868" providerId="ADAL" clId="{1EB78FAC-9FF7-4507-8FE1-42FF2B9A073F}" dt="2023-09-28T06:15:19.999" v="2056" actId="47"/>
        <pc:sldMkLst>
          <pc:docMk/>
          <pc:sldMk cId="3752064146" sldId="480"/>
        </pc:sldMkLst>
      </pc:sldChg>
      <pc:sldChg chg="del">
        <pc:chgData name="Shui Yu" userId="c938b994-a30e-4cc7-a189-187a9b224868" providerId="ADAL" clId="{1EB78FAC-9FF7-4507-8FE1-42FF2B9A073F}" dt="2023-09-28T06:15:19.999" v="2056" actId="47"/>
        <pc:sldMkLst>
          <pc:docMk/>
          <pc:sldMk cId="3534833775" sldId="481"/>
        </pc:sldMkLst>
      </pc:sldChg>
      <pc:sldChg chg="del">
        <pc:chgData name="Shui Yu" userId="c938b994-a30e-4cc7-a189-187a9b224868" providerId="ADAL" clId="{1EB78FAC-9FF7-4507-8FE1-42FF2B9A073F}" dt="2023-09-28T06:15:19.999" v="2056" actId="47"/>
        <pc:sldMkLst>
          <pc:docMk/>
          <pc:sldMk cId="1158529940" sldId="482"/>
        </pc:sldMkLst>
      </pc:sldChg>
      <pc:sldChg chg="modSp mod">
        <pc:chgData name="Shui Yu" userId="c938b994-a30e-4cc7-a189-187a9b224868" providerId="ADAL" clId="{1EB78FAC-9FF7-4507-8FE1-42FF2B9A073F}" dt="2023-09-28T06:35:15.987" v="2629" actId="20577"/>
        <pc:sldMkLst>
          <pc:docMk/>
          <pc:sldMk cId="4264493487" sldId="483"/>
        </pc:sldMkLst>
        <pc:spChg chg="mod">
          <ac:chgData name="Shui Yu" userId="c938b994-a30e-4cc7-a189-187a9b224868" providerId="ADAL" clId="{1EB78FAC-9FF7-4507-8FE1-42FF2B9A073F}" dt="2023-09-28T06:35:15.987" v="2629" actId="20577"/>
          <ac:spMkLst>
            <pc:docMk/>
            <pc:sldMk cId="4264493487" sldId="483"/>
            <ac:spMk id="4" creationId="{00000000-0000-0000-0000-000000000000}"/>
          </ac:spMkLst>
        </pc:spChg>
      </pc:sldChg>
      <pc:sldChg chg="addSp delSp modSp add del mod">
        <pc:chgData name="Shui Yu" userId="c938b994-a30e-4cc7-a189-187a9b224868" providerId="ADAL" clId="{1EB78FAC-9FF7-4507-8FE1-42FF2B9A073F}" dt="2023-09-28T08:02:00.072" v="2711" actId="1076"/>
        <pc:sldMkLst>
          <pc:docMk/>
          <pc:sldMk cId="795488886" sldId="486"/>
        </pc:sldMkLst>
        <pc:spChg chg="del">
          <ac:chgData name="Shui Yu" userId="c938b994-a30e-4cc7-a189-187a9b224868" providerId="ADAL" clId="{1EB78FAC-9FF7-4507-8FE1-42FF2B9A073F}" dt="2023-09-28T07:58:15.991" v="2658" actId="478"/>
          <ac:spMkLst>
            <pc:docMk/>
            <pc:sldMk cId="795488886" sldId="486"/>
            <ac:spMk id="2" creationId="{A546F324-6614-E390-7DDD-7DC711714C8A}"/>
          </ac:spMkLst>
        </pc:spChg>
        <pc:spChg chg="add del mod">
          <ac:chgData name="Shui Yu" userId="c938b994-a30e-4cc7-a189-187a9b224868" providerId="ADAL" clId="{1EB78FAC-9FF7-4507-8FE1-42FF2B9A073F}" dt="2023-09-28T07:58:20.221" v="2659" actId="478"/>
          <ac:spMkLst>
            <pc:docMk/>
            <pc:sldMk cId="795488886" sldId="486"/>
            <ac:spMk id="5" creationId="{B492777A-95B6-02DA-F304-35DC51F09883}"/>
          </ac:spMkLst>
        </pc:spChg>
        <pc:spChg chg="add mod">
          <ac:chgData name="Shui Yu" userId="c938b994-a30e-4cc7-a189-187a9b224868" providerId="ADAL" clId="{1EB78FAC-9FF7-4507-8FE1-42FF2B9A073F}" dt="2023-09-28T08:02:00.072" v="2711" actId="1076"/>
          <ac:spMkLst>
            <pc:docMk/>
            <pc:sldMk cId="795488886" sldId="486"/>
            <ac:spMk id="10" creationId="{AB2D40B3-01FC-77B1-0348-E161F6C22F1B}"/>
          </ac:spMkLst>
        </pc:spChg>
        <pc:spChg chg="mod">
          <ac:chgData name="Shui Yu" userId="c938b994-a30e-4cc7-a189-187a9b224868" providerId="ADAL" clId="{1EB78FAC-9FF7-4507-8FE1-42FF2B9A073F}" dt="2023-09-28T07:59:51.125" v="2704" actId="20577"/>
          <ac:spMkLst>
            <pc:docMk/>
            <pc:sldMk cId="795488886" sldId="486"/>
            <ac:spMk id="18" creationId="{07A27D41-2BB0-FE39-CE99-659BCDE857DF}"/>
          </ac:spMkLst>
        </pc:spChg>
        <pc:picChg chg="add del">
          <ac:chgData name="Shui Yu" userId="c938b994-a30e-4cc7-a189-187a9b224868" providerId="ADAL" clId="{1EB78FAC-9FF7-4507-8FE1-42FF2B9A073F}" dt="2023-09-28T07:59:13.654" v="2663" actId="22"/>
          <ac:picMkLst>
            <pc:docMk/>
            <pc:sldMk cId="795488886" sldId="486"/>
            <ac:picMk id="8" creationId="{EC21E6F9-1788-6FBC-6C4F-04FE34CD697E}"/>
          </ac:picMkLst>
        </pc:picChg>
        <pc:picChg chg="add mod">
          <ac:chgData name="Shui Yu" userId="c938b994-a30e-4cc7-a189-187a9b224868" providerId="ADAL" clId="{1EB78FAC-9FF7-4507-8FE1-42FF2B9A073F}" dt="2023-09-28T08:01:32.398" v="2709" actId="1076"/>
          <ac:picMkLst>
            <pc:docMk/>
            <pc:sldMk cId="795488886" sldId="486"/>
            <ac:picMk id="9" creationId="{FBD3DACC-70F4-8875-1259-7D42101D0F2F}"/>
          </ac:picMkLst>
        </pc:picChg>
      </pc:sldChg>
      <pc:sldChg chg="del">
        <pc:chgData name="Shui Yu" userId="c938b994-a30e-4cc7-a189-187a9b224868" providerId="ADAL" clId="{1EB78FAC-9FF7-4507-8FE1-42FF2B9A073F}" dt="2023-09-28T06:15:39.067" v="2057" actId="47"/>
        <pc:sldMkLst>
          <pc:docMk/>
          <pc:sldMk cId="3721954162" sldId="487"/>
        </pc:sldMkLst>
      </pc:sldChg>
      <pc:sldChg chg="del">
        <pc:chgData name="Shui Yu" userId="c938b994-a30e-4cc7-a189-187a9b224868" providerId="ADAL" clId="{1EB78FAC-9FF7-4507-8FE1-42FF2B9A073F}" dt="2023-09-28T06:15:39.067" v="2057" actId="47"/>
        <pc:sldMkLst>
          <pc:docMk/>
          <pc:sldMk cId="3392637588" sldId="489"/>
        </pc:sldMkLst>
      </pc:sldChg>
      <pc:sldChg chg="del">
        <pc:chgData name="Shui Yu" userId="c938b994-a30e-4cc7-a189-187a9b224868" providerId="ADAL" clId="{1EB78FAC-9FF7-4507-8FE1-42FF2B9A073F}" dt="2023-09-28T06:15:39.067" v="2057" actId="47"/>
        <pc:sldMkLst>
          <pc:docMk/>
          <pc:sldMk cId="2857079428" sldId="490"/>
        </pc:sldMkLst>
      </pc:sldChg>
      <pc:sldChg chg="addSp delSp modSp mod">
        <pc:chgData name="Shui Yu" userId="c938b994-a30e-4cc7-a189-187a9b224868" providerId="ADAL" clId="{1EB78FAC-9FF7-4507-8FE1-42FF2B9A073F}" dt="2023-09-29T07:43:03.247" v="3164" actId="114"/>
        <pc:sldMkLst>
          <pc:docMk/>
          <pc:sldMk cId="1730542323" sldId="491"/>
        </pc:sldMkLst>
        <pc:spChg chg="del mod">
          <ac:chgData name="Shui Yu" userId="c938b994-a30e-4cc7-a189-187a9b224868" providerId="ADAL" clId="{1EB78FAC-9FF7-4507-8FE1-42FF2B9A073F}" dt="2023-09-29T07:38:31.887" v="2910" actId="478"/>
          <ac:spMkLst>
            <pc:docMk/>
            <pc:sldMk cId="1730542323" sldId="491"/>
            <ac:spMk id="2" creationId="{A546F324-6614-E390-7DDD-7DC711714C8A}"/>
          </ac:spMkLst>
        </pc:spChg>
        <pc:spChg chg="mod">
          <ac:chgData name="Shui Yu" userId="c938b994-a30e-4cc7-a189-187a9b224868" providerId="ADAL" clId="{1EB78FAC-9FF7-4507-8FE1-42FF2B9A073F}" dt="2023-09-29T07:43:03.247" v="3164" actId="114"/>
          <ac:spMkLst>
            <pc:docMk/>
            <pc:sldMk cId="1730542323" sldId="491"/>
            <ac:spMk id="3" creationId="{7B17E287-9050-869C-5180-375BF30A7EFD}"/>
          </ac:spMkLst>
        </pc:spChg>
        <pc:spChg chg="add del mod">
          <ac:chgData name="Shui Yu" userId="c938b994-a30e-4cc7-a189-187a9b224868" providerId="ADAL" clId="{1EB78FAC-9FF7-4507-8FE1-42FF2B9A073F}" dt="2023-09-29T07:38:35.291" v="2911" actId="478"/>
          <ac:spMkLst>
            <pc:docMk/>
            <pc:sldMk cId="1730542323" sldId="491"/>
            <ac:spMk id="7" creationId="{1998A880-7450-ED3B-F271-D2C49DD0A175}"/>
          </ac:spMkLst>
        </pc:spChg>
        <pc:spChg chg="mod">
          <ac:chgData name="Shui Yu" userId="c938b994-a30e-4cc7-a189-187a9b224868" providerId="ADAL" clId="{1EB78FAC-9FF7-4507-8FE1-42FF2B9A073F}" dt="2023-09-29T07:38:08.367" v="2903" actId="20577"/>
          <ac:spMkLst>
            <pc:docMk/>
            <pc:sldMk cId="1730542323" sldId="491"/>
            <ac:spMk id="18" creationId="{07A27D41-2BB0-FE39-CE99-659BCDE857DF}"/>
          </ac:spMkLst>
        </pc:spChg>
        <pc:picChg chg="add mod">
          <ac:chgData name="Shui Yu" userId="c938b994-a30e-4cc7-a189-187a9b224868" providerId="ADAL" clId="{1EB78FAC-9FF7-4507-8FE1-42FF2B9A073F}" dt="2023-09-29T07:40:19.109" v="2921" actId="14100"/>
          <ac:picMkLst>
            <pc:docMk/>
            <pc:sldMk cId="1730542323" sldId="491"/>
            <ac:picMk id="9" creationId="{62936F8B-53DB-D077-4C74-AA2C5DEF464A}"/>
          </ac:picMkLst>
        </pc:picChg>
      </pc:sldChg>
      <pc:sldChg chg="del">
        <pc:chgData name="Shui Yu" userId="c938b994-a30e-4cc7-a189-187a9b224868" providerId="ADAL" clId="{1EB78FAC-9FF7-4507-8FE1-42FF2B9A073F}" dt="2023-09-28T06:15:41.662" v="2058" actId="47"/>
        <pc:sldMkLst>
          <pc:docMk/>
          <pc:sldMk cId="2670882637" sldId="493"/>
        </pc:sldMkLst>
      </pc:sldChg>
      <pc:sldChg chg="modSp add mod">
        <pc:chgData name="Shui Yu" userId="c938b994-a30e-4cc7-a189-187a9b224868" providerId="ADAL" clId="{1EB78FAC-9FF7-4507-8FE1-42FF2B9A073F}" dt="2023-09-28T06:00:54.280" v="1716" actId="20577"/>
        <pc:sldMkLst>
          <pc:docMk/>
          <pc:sldMk cId="3262675257" sldId="494"/>
        </pc:sldMkLst>
        <pc:spChg chg="mod">
          <ac:chgData name="Shui Yu" userId="c938b994-a30e-4cc7-a189-187a9b224868" providerId="ADAL" clId="{1EB78FAC-9FF7-4507-8FE1-42FF2B9A073F}" dt="2023-09-28T06:00:54.280" v="1716" actId="20577"/>
          <ac:spMkLst>
            <pc:docMk/>
            <pc:sldMk cId="3262675257" sldId="494"/>
            <ac:spMk id="3" creationId="{4645A446-E795-458E-A575-42EB31524480}"/>
          </ac:spMkLst>
        </pc:spChg>
      </pc:sldChg>
      <pc:sldChg chg="addSp delSp modSp add mod">
        <pc:chgData name="Shui Yu" userId="c938b994-a30e-4cc7-a189-187a9b224868" providerId="ADAL" clId="{1EB78FAC-9FF7-4507-8FE1-42FF2B9A073F}" dt="2023-09-28T06:06:28.440" v="1734" actId="1076"/>
        <pc:sldMkLst>
          <pc:docMk/>
          <pc:sldMk cId="1426145049" sldId="495"/>
        </pc:sldMkLst>
        <pc:spChg chg="mod">
          <ac:chgData name="Shui Yu" userId="c938b994-a30e-4cc7-a189-187a9b224868" providerId="ADAL" clId="{1EB78FAC-9FF7-4507-8FE1-42FF2B9A073F}" dt="2023-09-28T06:06:06.093" v="1730" actId="20577"/>
          <ac:spMkLst>
            <pc:docMk/>
            <pc:sldMk cId="1426145049" sldId="495"/>
            <ac:spMk id="2" creationId="{42AB768F-9729-4A98-ADBE-5E0E2AC04AEC}"/>
          </ac:spMkLst>
        </pc:spChg>
        <pc:spChg chg="del">
          <ac:chgData name="Shui Yu" userId="c938b994-a30e-4cc7-a189-187a9b224868" providerId="ADAL" clId="{1EB78FAC-9FF7-4507-8FE1-42FF2B9A073F}" dt="2023-09-28T06:05:48.877" v="1719" actId="478"/>
          <ac:spMkLst>
            <pc:docMk/>
            <pc:sldMk cId="1426145049" sldId="495"/>
            <ac:spMk id="3" creationId="{4645A446-E795-458E-A575-42EB31524480}"/>
          </ac:spMkLst>
        </pc:spChg>
        <pc:spChg chg="add del mod">
          <ac:chgData name="Shui Yu" userId="c938b994-a30e-4cc7-a189-187a9b224868" providerId="ADAL" clId="{1EB78FAC-9FF7-4507-8FE1-42FF2B9A073F}" dt="2023-09-28T06:05:51.543" v="1720" actId="478"/>
          <ac:spMkLst>
            <pc:docMk/>
            <pc:sldMk cId="1426145049" sldId="495"/>
            <ac:spMk id="7" creationId="{A260A60D-3A0E-5E8A-E8C9-553194195BBF}"/>
          </ac:spMkLst>
        </pc:spChg>
        <pc:spChg chg="add mod">
          <ac:chgData name="Shui Yu" userId="c938b994-a30e-4cc7-a189-187a9b224868" providerId="ADAL" clId="{1EB78FAC-9FF7-4507-8FE1-42FF2B9A073F}" dt="2023-09-28T06:06:28.440" v="1734" actId="1076"/>
          <ac:spMkLst>
            <pc:docMk/>
            <pc:sldMk cId="1426145049" sldId="495"/>
            <ac:spMk id="9" creationId="{95A3C920-AE14-8B00-FD93-E16DADBC4CC1}"/>
          </ac:spMkLst>
        </pc:spChg>
        <pc:picChg chg="add mod">
          <ac:chgData name="Shui Yu" userId="c938b994-a30e-4cc7-a189-187a9b224868" providerId="ADAL" clId="{1EB78FAC-9FF7-4507-8FE1-42FF2B9A073F}" dt="2023-09-28T06:06:16.251" v="1732" actId="1076"/>
          <ac:picMkLst>
            <pc:docMk/>
            <pc:sldMk cId="1426145049" sldId="495"/>
            <ac:picMk id="8" creationId="{F48F1DBE-F645-D49C-33BB-58959A25EA00}"/>
          </ac:picMkLst>
        </pc:picChg>
      </pc:sldChg>
      <pc:sldChg chg="addSp delSp modSp add mod">
        <pc:chgData name="Shui Yu" userId="c938b994-a30e-4cc7-a189-187a9b224868" providerId="ADAL" clId="{1EB78FAC-9FF7-4507-8FE1-42FF2B9A073F}" dt="2023-09-28T06:34:04.556" v="2584" actId="114"/>
        <pc:sldMkLst>
          <pc:docMk/>
          <pc:sldMk cId="3994677322" sldId="496"/>
        </pc:sldMkLst>
        <pc:spChg chg="mod">
          <ac:chgData name="Shui Yu" userId="c938b994-a30e-4cc7-a189-187a9b224868" providerId="ADAL" clId="{1EB78FAC-9FF7-4507-8FE1-42FF2B9A073F}" dt="2023-09-28T06:21:58.694" v="2072" actId="6549"/>
          <ac:spMkLst>
            <pc:docMk/>
            <pc:sldMk cId="3994677322" sldId="496"/>
            <ac:spMk id="2" creationId="{42AB768F-9729-4A98-ADBE-5E0E2AC04AEC}"/>
          </ac:spMkLst>
        </pc:spChg>
        <pc:spChg chg="del">
          <ac:chgData name="Shui Yu" userId="c938b994-a30e-4cc7-a189-187a9b224868" providerId="ADAL" clId="{1EB78FAC-9FF7-4507-8FE1-42FF2B9A073F}" dt="2023-09-28T06:22:18.992" v="2074" actId="478"/>
          <ac:spMkLst>
            <pc:docMk/>
            <pc:sldMk cId="3994677322" sldId="496"/>
            <ac:spMk id="3" creationId="{4645A446-E795-458E-A575-42EB31524480}"/>
          </ac:spMkLst>
        </pc:spChg>
        <pc:spChg chg="add del mod">
          <ac:chgData name="Shui Yu" userId="c938b994-a30e-4cc7-a189-187a9b224868" providerId="ADAL" clId="{1EB78FAC-9FF7-4507-8FE1-42FF2B9A073F}" dt="2023-09-28T06:22:21.794" v="2075" actId="478"/>
          <ac:spMkLst>
            <pc:docMk/>
            <pc:sldMk cId="3994677322" sldId="496"/>
            <ac:spMk id="6" creationId="{E53A8E07-FA95-EC3D-5C20-313EB2EAEF98}"/>
          </ac:spMkLst>
        </pc:spChg>
        <pc:spChg chg="add mod">
          <ac:chgData name="Shui Yu" userId="c938b994-a30e-4cc7-a189-187a9b224868" providerId="ADAL" clId="{1EB78FAC-9FF7-4507-8FE1-42FF2B9A073F}" dt="2023-09-28T06:34:04.556" v="2584" actId="114"/>
          <ac:spMkLst>
            <pc:docMk/>
            <pc:sldMk cId="3994677322" sldId="496"/>
            <ac:spMk id="7" creationId="{4727D0C8-E44B-AD8C-FF4A-398A8447BA11}"/>
          </ac:spMkLst>
        </pc:spChg>
      </pc:sldChg>
      <pc:sldChg chg="addSp delSp modSp add mod">
        <pc:chgData name="Shui Yu" userId="c938b994-a30e-4cc7-a189-187a9b224868" providerId="ADAL" clId="{1EB78FAC-9FF7-4507-8FE1-42FF2B9A073F}" dt="2023-09-28T06:30:31.324" v="2407" actId="1076"/>
        <pc:sldMkLst>
          <pc:docMk/>
          <pc:sldMk cId="2033193103" sldId="497"/>
        </pc:sldMkLst>
        <pc:spChg chg="mod">
          <ac:chgData name="Shui Yu" userId="c938b994-a30e-4cc7-a189-187a9b224868" providerId="ADAL" clId="{1EB78FAC-9FF7-4507-8FE1-42FF2B9A073F}" dt="2023-09-28T06:28:54.255" v="2292" actId="20577"/>
          <ac:spMkLst>
            <pc:docMk/>
            <pc:sldMk cId="2033193103" sldId="497"/>
            <ac:spMk id="2" creationId="{42AB768F-9729-4A98-ADBE-5E0E2AC04AEC}"/>
          </ac:spMkLst>
        </pc:spChg>
        <pc:spChg chg="del">
          <ac:chgData name="Shui Yu" userId="c938b994-a30e-4cc7-a189-187a9b224868" providerId="ADAL" clId="{1EB78FAC-9FF7-4507-8FE1-42FF2B9A073F}" dt="2023-09-28T06:26:40.102" v="2261" actId="478"/>
          <ac:spMkLst>
            <pc:docMk/>
            <pc:sldMk cId="2033193103" sldId="497"/>
            <ac:spMk id="7" creationId="{4727D0C8-E44B-AD8C-FF4A-398A8447BA11}"/>
          </ac:spMkLst>
        </pc:spChg>
        <pc:picChg chg="add mod">
          <ac:chgData name="Shui Yu" userId="c938b994-a30e-4cc7-a189-187a9b224868" providerId="ADAL" clId="{1EB78FAC-9FF7-4507-8FE1-42FF2B9A073F}" dt="2023-09-28T06:30:31.324" v="2407" actId="1076"/>
          <ac:picMkLst>
            <pc:docMk/>
            <pc:sldMk cId="2033193103" sldId="497"/>
            <ac:picMk id="5" creationId="{4A09D75D-0BC8-AC7E-40AF-93295EC8D167}"/>
          </ac:picMkLst>
        </pc:picChg>
      </pc:sldChg>
      <pc:sldChg chg="add">
        <pc:chgData name="Shui Yu" userId="c938b994-a30e-4cc7-a189-187a9b224868" providerId="ADAL" clId="{1EB78FAC-9FF7-4507-8FE1-42FF2B9A073F}" dt="2023-09-29T07:34:53.392" v="2849"/>
        <pc:sldMkLst>
          <pc:docMk/>
          <pc:sldMk cId="158013053" sldId="498"/>
        </pc:sldMkLst>
      </pc:sldChg>
      <pc:sldChg chg="addSp modSp add del mod">
        <pc:chgData name="Shui Yu" userId="c938b994-a30e-4cc7-a189-187a9b224868" providerId="ADAL" clId="{1EB78FAC-9FF7-4507-8FE1-42FF2B9A073F}" dt="2023-09-29T07:34:49.229" v="2848" actId="2696"/>
        <pc:sldMkLst>
          <pc:docMk/>
          <pc:sldMk cId="2171867490" sldId="498"/>
        </pc:sldMkLst>
        <pc:spChg chg="mod">
          <ac:chgData name="Shui Yu" userId="c938b994-a30e-4cc7-a189-187a9b224868" providerId="ADAL" clId="{1EB78FAC-9FF7-4507-8FE1-42FF2B9A073F}" dt="2023-09-28T08:03:03.518" v="2739" actId="20577"/>
          <ac:spMkLst>
            <pc:docMk/>
            <pc:sldMk cId="2171867490" sldId="498"/>
            <ac:spMk id="18" creationId="{07A27D41-2BB0-FE39-CE99-659BCDE857DF}"/>
          </ac:spMkLst>
        </pc:spChg>
        <pc:picChg chg="add mod">
          <ac:chgData name="Shui Yu" userId="c938b994-a30e-4cc7-a189-187a9b224868" providerId="ADAL" clId="{1EB78FAC-9FF7-4507-8FE1-42FF2B9A073F}" dt="2023-09-29T07:29:00.650" v="2788" actId="1076"/>
          <ac:picMkLst>
            <pc:docMk/>
            <pc:sldMk cId="2171867490" sldId="498"/>
            <ac:picMk id="2" creationId="{4AC64061-8C3D-4F97-ED43-3A9CCCB5024B}"/>
          </ac:picMkLst>
        </pc:picChg>
      </pc:sldChg>
      <pc:sldChg chg="modSp add del mod">
        <pc:chgData name="Shui Yu" userId="c938b994-a30e-4cc7-a189-187a9b224868" providerId="ADAL" clId="{1EB78FAC-9FF7-4507-8FE1-42FF2B9A073F}" dt="2023-09-29T07:33:43.935" v="2847" actId="47"/>
        <pc:sldMkLst>
          <pc:docMk/>
          <pc:sldMk cId="2856712270" sldId="499"/>
        </pc:sldMkLst>
        <pc:spChg chg="mod">
          <ac:chgData name="Shui Yu" userId="c938b994-a30e-4cc7-a189-187a9b224868" providerId="ADAL" clId="{1EB78FAC-9FF7-4507-8FE1-42FF2B9A073F}" dt="2023-09-29T07:31:07.609" v="2823" actId="20577"/>
          <ac:spMkLst>
            <pc:docMk/>
            <pc:sldMk cId="2856712270" sldId="499"/>
            <ac:spMk id="18" creationId="{07A27D41-2BB0-FE39-CE99-659BCDE857DF}"/>
          </ac:spMkLst>
        </pc:spChg>
      </pc:sldChg>
      <pc:sldChg chg="addSp delSp modSp add mod">
        <pc:chgData name="Shui Yu" userId="c938b994-a30e-4cc7-a189-187a9b224868" providerId="ADAL" clId="{1EB78FAC-9FF7-4507-8FE1-42FF2B9A073F}" dt="2023-09-29T07:47:05.763" v="3314" actId="1076"/>
        <pc:sldMkLst>
          <pc:docMk/>
          <pc:sldMk cId="3570636950" sldId="499"/>
        </pc:sldMkLst>
        <pc:spChg chg="mod">
          <ac:chgData name="Shui Yu" userId="c938b994-a30e-4cc7-a189-187a9b224868" providerId="ADAL" clId="{1EB78FAC-9FF7-4507-8FE1-42FF2B9A073F}" dt="2023-09-29T07:47:05.763" v="3314" actId="1076"/>
          <ac:spMkLst>
            <pc:docMk/>
            <pc:sldMk cId="3570636950" sldId="499"/>
            <ac:spMk id="3" creationId="{7B17E287-9050-869C-5180-375BF30A7EFD}"/>
          </ac:spMkLst>
        </pc:spChg>
        <pc:spChg chg="mod">
          <ac:chgData name="Shui Yu" userId="c938b994-a30e-4cc7-a189-187a9b224868" providerId="ADAL" clId="{1EB78FAC-9FF7-4507-8FE1-42FF2B9A073F}" dt="2023-09-29T07:43:48.321" v="3175" actId="20577"/>
          <ac:spMkLst>
            <pc:docMk/>
            <pc:sldMk cId="3570636950" sldId="499"/>
            <ac:spMk id="18" creationId="{07A27D41-2BB0-FE39-CE99-659BCDE857DF}"/>
          </ac:spMkLst>
        </pc:spChg>
        <pc:picChg chg="add mod">
          <ac:chgData name="Shui Yu" userId="c938b994-a30e-4cc7-a189-187a9b224868" providerId="ADAL" clId="{1EB78FAC-9FF7-4507-8FE1-42FF2B9A073F}" dt="2023-09-29T07:45:02.925" v="3186" actId="14100"/>
          <ac:picMkLst>
            <pc:docMk/>
            <pc:sldMk cId="3570636950" sldId="499"/>
            <ac:picMk id="2" creationId="{B88E741F-05BE-D6E0-B5AC-AA65EC98561A}"/>
          </ac:picMkLst>
        </pc:picChg>
        <pc:picChg chg="del">
          <ac:chgData name="Shui Yu" userId="c938b994-a30e-4cc7-a189-187a9b224868" providerId="ADAL" clId="{1EB78FAC-9FF7-4507-8FE1-42FF2B9A073F}" dt="2023-09-29T07:43:50.733" v="3176" actId="478"/>
          <ac:picMkLst>
            <pc:docMk/>
            <pc:sldMk cId="3570636950" sldId="499"/>
            <ac:picMk id="9" creationId="{62936F8B-53DB-D077-4C74-AA2C5DEF464A}"/>
          </ac:picMkLst>
        </pc:picChg>
      </pc:sldChg>
      <pc:sldChg chg="addSp delSp modSp add mod">
        <pc:chgData name="Shui Yu" userId="c938b994-a30e-4cc7-a189-187a9b224868" providerId="ADAL" clId="{1EB78FAC-9FF7-4507-8FE1-42FF2B9A073F}" dt="2023-09-29T07:55:00.489" v="3570" actId="20577"/>
        <pc:sldMkLst>
          <pc:docMk/>
          <pc:sldMk cId="3031663839" sldId="500"/>
        </pc:sldMkLst>
        <pc:spChg chg="mod">
          <ac:chgData name="Shui Yu" userId="c938b994-a30e-4cc7-a189-187a9b224868" providerId="ADAL" clId="{1EB78FAC-9FF7-4507-8FE1-42FF2B9A073F}" dt="2023-09-29T07:50:12.044" v="3323" actId="20577"/>
          <ac:spMkLst>
            <pc:docMk/>
            <pc:sldMk cId="3031663839" sldId="500"/>
            <ac:spMk id="2" creationId="{42AB768F-9729-4A98-ADBE-5E0E2AC04AEC}"/>
          </ac:spMkLst>
        </pc:spChg>
        <pc:spChg chg="add mod">
          <ac:chgData name="Shui Yu" userId="c938b994-a30e-4cc7-a189-187a9b224868" providerId="ADAL" clId="{1EB78FAC-9FF7-4507-8FE1-42FF2B9A073F}" dt="2023-09-29T07:55:00.489" v="3570" actId="20577"/>
          <ac:spMkLst>
            <pc:docMk/>
            <pc:sldMk cId="3031663839" sldId="500"/>
            <ac:spMk id="3" creationId="{3AE91821-9F78-DAC2-FCBD-AA4EDC89D74E}"/>
          </ac:spMkLst>
        </pc:spChg>
        <pc:spChg chg="del">
          <ac:chgData name="Shui Yu" userId="c938b994-a30e-4cc7-a189-187a9b224868" providerId="ADAL" clId="{1EB78FAC-9FF7-4507-8FE1-42FF2B9A073F}" dt="2023-09-29T07:50:18.265" v="3324" actId="478"/>
          <ac:spMkLst>
            <pc:docMk/>
            <pc:sldMk cId="3031663839" sldId="500"/>
            <ac:spMk id="7" creationId="{4727D0C8-E44B-AD8C-FF4A-398A8447BA11}"/>
          </ac:spMkLst>
        </pc:spChg>
      </pc:sldChg>
      <pc:sldMasterChg chg="delSldLayout">
        <pc:chgData name="Shui Yu" userId="c938b994-a30e-4cc7-a189-187a9b224868" providerId="ADAL" clId="{1EB78FAC-9FF7-4507-8FE1-42FF2B9A073F}" dt="2023-09-28T06:30:38.280" v="2408" actId="47"/>
        <pc:sldMasterMkLst>
          <pc:docMk/>
          <pc:sldMasterMk cId="3216505358" sldId="2147483661"/>
        </pc:sldMasterMkLst>
        <pc:sldLayoutChg chg="del">
          <pc:chgData name="Shui Yu" userId="c938b994-a30e-4cc7-a189-187a9b224868" providerId="ADAL" clId="{1EB78FAC-9FF7-4507-8FE1-42FF2B9A073F}" dt="2023-09-28T06:06:36.048" v="1735" actId="47"/>
          <pc:sldLayoutMkLst>
            <pc:docMk/>
            <pc:sldMasterMk cId="3216505358" sldId="2147483661"/>
            <pc:sldLayoutMk cId="1624712203" sldId="2147483670"/>
          </pc:sldLayoutMkLst>
        </pc:sldLayoutChg>
        <pc:sldLayoutChg chg="del">
          <pc:chgData name="Shui Yu" userId="c938b994-a30e-4cc7-a189-187a9b224868" providerId="ADAL" clId="{1EB78FAC-9FF7-4507-8FE1-42FF2B9A073F}" dt="2023-09-28T06:30:38.280" v="2408" actId="47"/>
          <pc:sldLayoutMkLst>
            <pc:docMk/>
            <pc:sldMasterMk cId="3216505358" sldId="2147483661"/>
            <pc:sldLayoutMk cId="3467724333" sldId="2147483670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EA5F0D-C1DC-412F-A146-DDB3A74B588F}" type="datetimeFigureOut">
              <a:rPr lang="en-US"/>
              <a:t>9/29/2023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AE14B8-3CC9-472D-9BC5-A84D80684DE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77827546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CDE508-72C8-4AB5-AA9C-1584D31690E0}" type="datetimeFigureOut">
              <a:rPr lang="en-US"/>
              <a:t>9/29/2023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667E1-E601-4AAF-B95C-B25720D70A6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113671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28C508-9378-416B-A78D-286D55287404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F1A85E-2E62-A534-ABA2-1139CB98993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18687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667E1-E601-4AAF-B95C-B25720D70A60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32519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E1489-A8EB-4E29-978D-46491BE92E5B}" type="datetime1">
              <a:rPr lang="en-US" smtClean="0"/>
              <a:t>9/29/2023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D7488-9259-4D32-8D43-C85FF87DB2DF}" type="slidenum">
              <a:rPr lang="en-AU" smtClean="0"/>
              <a:t>‹#›</a:t>
            </a:fld>
            <a:endParaRPr lang="en-AU"/>
          </a:p>
        </p:txBody>
      </p:sp>
      <p:sp>
        <p:nvSpPr>
          <p:cNvPr id="8" name="AutoShape 4" descr="Image result for uts"/>
          <p:cNvSpPr>
            <a:spLocks noChangeAspect="1" noChangeArrowheads="1"/>
          </p:cNvSpPr>
          <p:nvPr userDrawn="1"/>
        </p:nvSpPr>
        <p:spPr bwMode="auto">
          <a:xfrm>
            <a:off x="155575" y="-144463"/>
            <a:ext cx="1715106" cy="1715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17416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B7485-5296-4A81-8CD1-F4946730B5E7}" type="datetime1">
              <a:rPr lang="en-US" smtClean="0"/>
              <a:t>9/29/2023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D9AD5-F248-4919-864A-CFD76CC02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62853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644A2-76F9-4160-9B42-CBDC2ECEDD89}" type="datetime1">
              <a:rPr lang="en-US" smtClean="0"/>
              <a:t>9/29/2023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D9AD5-F248-4919-864A-CFD76CC02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9501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A9055A-C263-4BA1-A8C7-8A8212BFADBD}" type="datetime1">
              <a:rPr lang="en-US" smtClean="0"/>
              <a:t>9/29/2023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6EF73-9DB8-4763-865F-2F88181A473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234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F8125-C2A8-4A99-8D44-32329D79CA8F}" type="datetime1">
              <a:rPr lang="en-US" smtClean="0"/>
              <a:t>9/29/2023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D9AD5-F248-4919-864A-CFD76CC02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8505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39F6D-3F84-41A6-BB7E-D28977CAC40D}" type="datetime1">
              <a:rPr lang="en-US" smtClean="0"/>
              <a:t>9/29/2023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D9AD5-F248-4919-864A-CFD76CC02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46805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_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17417 UTS Corp PPT 16x9_new logo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81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490513" y="3039415"/>
            <a:ext cx="7344912" cy="1231107"/>
          </a:xfrm>
        </p:spPr>
        <p:txBody>
          <a:bodyPr/>
          <a:lstStyle>
            <a:lvl1pPr>
              <a:lnSpc>
                <a:spcPts val="4800"/>
              </a:lnSpc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5" name="Footer Placeholder 4"/>
          <p:cNvSpPr>
            <a:spLocks noGrp="1"/>
          </p:cNvSpPr>
          <p:nvPr userDrawn="1">
            <p:ph type="ftr" sz="quarter" idx="11"/>
          </p:nvPr>
        </p:nvSpPr>
        <p:spPr>
          <a:xfrm>
            <a:off x="7934313" y="6370147"/>
            <a:ext cx="3860800" cy="30777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AU"/>
              <a:t>Add a footer</a:t>
            </a:r>
            <a:endParaRPr lang="en-AU" dirty="0"/>
          </a:p>
        </p:txBody>
      </p:sp>
      <p:sp>
        <p:nvSpPr>
          <p:cNvPr id="29" name="TextBox 28"/>
          <p:cNvSpPr txBox="1"/>
          <p:nvPr userDrawn="1"/>
        </p:nvSpPr>
        <p:spPr>
          <a:xfrm>
            <a:off x="3434369" y="6429884"/>
            <a:ext cx="3777801" cy="2228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1760"/>
              </a:lnSpc>
            </a:pPr>
            <a:r>
              <a:rPr lang="en-AU" sz="1467" cap="all" baseline="0" noProof="0" dirty="0">
                <a:solidFill>
                  <a:schemeClr val="bg1"/>
                </a:solidFill>
              </a:rPr>
              <a:t>uts cricos provider code: 00099f</a:t>
            </a:r>
          </a:p>
        </p:txBody>
      </p:sp>
    </p:spTree>
    <p:extLst>
      <p:ext uri="{BB962C8B-B14F-4D97-AF65-F5344CB8AC3E}">
        <p14:creationId xmlns:p14="http://schemas.microsoft.com/office/powerpoint/2010/main" val="6302351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91F65-07D2-440A-8660-9246A84CB5FB}" type="datetime1">
              <a:rPr lang="en-US" smtClean="0"/>
              <a:t>9/29/2023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D9AD5-F248-4919-864A-CFD76CC027D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5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7" r:id="rId5"/>
    <p:sldLayoutId id="2147483668" r:id="rId6"/>
    <p:sldLayoutId id="2147483669" r:id="rId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6.wmf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3845980" y="1594616"/>
            <a:ext cx="8176665" cy="1231107"/>
          </a:xfrm>
        </p:spPr>
        <p:txBody>
          <a:bodyPr/>
          <a:lstStyle/>
          <a:p>
            <a:r>
              <a:rPr lang="en-US" dirty="0"/>
              <a:t>41183 PRIVACY PRESERVING</a:t>
            </a:r>
          </a:p>
        </p:txBody>
      </p:sp>
      <p:sp>
        <p:nvSpPr>
          <p:cNvPr id="6" name="Title 4"/>
          <p:cNvSpPr txBox="1">
            <a:spLocks/>
          </p:cNvSpPr>
          <p:nvPr/>
        </p:nvSpPr>
        <p:spPr>
          <a:xfrm>
            <a:off x="2408464" y="3692076"/>
            <a:ext cx="8948057" cy="44550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200" b="1" i="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933" cap="none" dirty="0"/>
              <a:t>Lecture 9. Federated Learning and Secure Data Aggregation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Federated learning background </a:t>
            </a:r>
          </a:p>
          <a:p>
            <a:r>
              <a:rPr lang="en-US" altLang="zh-CN" dirty="0"/>
              <a:t>Attacks on federated learning</a:t>
            </a:r>
          </a:p>
          <a:p>
            <a:r>
              <a:rPr lang="en-US" altLang="zh-CN" dirty="0"/>
              <a:t>Secure data aggregation</a:t>
            </a:r>
            <a:endParaRPr lang="en-AU" dirty="0"/>
          </a:p>
          <a:p>
            <a:pPr lvl="1"/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7D1476-795E-E0BD-7E55-F71D3C1B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D9AD5-F248-4919-864A-CFD76CC027D6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69770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1849" y="1709738"/>
            <a:ext cx="10862403" cy="2852737"/>
          </a:xfrm>
        </p:spPr>
        <p:txBody>
          <a:bodyPr/>
          <a:lstStyle/>
          <a:p>
            <a:r>
              <a:rPr lang="en-US" altLang="zh-CN" dirty="0"/>
              <a:t>Federated Learning</a:t>
            </a:r>
            <a:r>
              <a:rPr lang="zh-CN" altLang="en-US" dirty="0"/>
              <a:t> </a:t>
            </a:r>
            <a:r>
              <a:rPr lang="en-US" dirty="0"/>
              <a:t>background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67755-2B94-5D93-A92A-4757DC8CB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</p:spTree>
    <p:extLst>
      <p:ext uri="{BB962C8B-B14F-4D97-AF65-F5344CB8AC3E}">
        <p14:creationId xmlns:p14="http://schemas.microsoft.com/office/powerpoint/2010/main" val="2788855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1244"/>
            <a:ext cx="10515600" cy="1325563"/>
          </a:xfrm>
        </p:spPr>
        <p:txBody>
          <a:bodyPr/>
          <a:lstStyle/>
          <a:p>
            <a:r>
              <a:rPr lang="en-US" altLang="zh-CN" dirty="0"/>
              <a:t>Data for learning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45A446-E795-458E-A575-42EB31524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51" y="2370137"/>
            <a:ext cx="10263352" cy="4351338"/>
          </a:xfrm>
        </p:spPr>
        <p:txBody>
          <a:bodyPr>
            <a:normAutofit/>
          </a:bodyPr>
          <a:lstStyle/>
          <a:p>
            <a:pPr marL="177800" lvl="1" indent="-177800"/>
            <a:r>
              <a:rPr lang="en-US" altLang="zh-CN" dirty="0"/>
              <a:t>Data is the oil the for AI</a:t>
            </a:r>
          </a:p>
          <a:p>
            <a:pPr marL="177800" lvl="1" indent="-177800"/>
            <a:r>
              <a:rPr lang="en-US" altLang="zh-CN" dirty="0"/>
              <a:t>Datasets are collected for machine learning processes.</a:t>
            </a:r>
          </a:p>
          <a:p>
            <a:pPr marL="177800" lvl="1" indent="-177800"/>
            <a:endParaRPr lang="en-US" altLang="zh-CN" dirty="0"/>
          </a:p>
          <a:p>
            <a:pPr marL="0" lvl="1" indent="0">
              <a:buNone/>
            </a:pPr>
            <a:r>
              <a:rPr lang="en-US" altLang="zh-CN" dirty="0"/>
              <a:t>Then data owners have a serious concern</a:t>
            </a:r>
          </a:p>
          <a:p>
            <a:pPr marL="342900" lvl="1" indent="-342900"/>
            <a:r>
              <a:rPr lang="en-US" altLang="zh-CN" dirty="0"/>
              <a:t>How my data will be protected from potential attacks</a:t>
            </a:r>
          </a:p>
          <a:p>
            <a:pPr marL="342900" lvl="1" indent="-342900"/>
            <a:r>
              <a:rPr lang="en-US" altLang="zh-CN" dirty="0"/>
              <a:t>Will my data be used as the data curator promised </a:t>
            </a:r>
          </a:p>
          <a:p>
            <a:pPr marL="342900" lvl="1" indent="-342900"/>
            <a:r>
              <a:rPr lang="en-US" altLang="zh-CN" dirty="0"/>
              <a:t>The data curator may sell my data to other parties</a:t>
            </a:r>
          </a:p>
          <a:p>
            <a:pPr marL="342900" lvl="1" indent="-342900"/>
            <a:r>
              <a:rPr lang="en-US" altLang="zh-CN" dirty="0"/>
              <a:t>…</a:t>
            </a:r>
          </a:p>
          <a:p>
            <a:pPr marL="342900" lvl="1" indent="-342900"/>
            <a:endParaRPr lang="en-US" altLang="zh-CN" dirty="0"/>
          </a:p>
          <a:p>
            <a:pPr marL="0" lvl="1" indent="0">
              <a:buNone/>
            </a:pPr>
            <a:r>
              <a:rPr lang="en-US" altLang="zh-CN" dirty="0"/>
              <a:t>In other words, we do NOT trust the data curators !</a:t>
            </a:r>
          </a:p>
          <a:p>
            <a:pPr marL="177800" lvl="1" indent="-177800"/>
            <a:endParaRPr lang="en-US" altLang="zh-CN" b="1" dirty="0"/>
          </a:p>
          <a:p>
            <a:pPr marL="177800" lvl="1" indent="-177800"/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14961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Federated learning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45A446-E795-458E-A575-42EB31524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457200" lvl="2" indent="0">
              <a:buNone/>
            </a:pPr>
            <a:endParaRPr lang="en-AU" altLang="zh-CN" dirty="0"/>
          </a:p>
          <a:p>
            <a:pPr marL="177800" lvl="1" indent="-177800"/>
            <a:r>
              <a:rPr lang="en-US" altLang="zh-CN" dirty="0"/>
              <a:t> the strategy – opposite thinking</a:t>
            </a:r>
          </a:p>
          <a:p>
            <a:pPr marL="0" lvl="1" indent="0">
              <a:buNone/>
            </a:pPr>
            <a:endParaRPr lang="en-US" altLang="zh-CN" dirty="0"/>
          </a:p>
          <a:p>
            <a:pPr marL="0" lvl="1" indent="0">
              <a:buNone/>
            </a:pPr>
            <a:r>
              <a:rPr lang="en-US" altLang="zh-CN" dirty="0"/>
              <a:t>- Do not ask participants to share their data</a:t>
            </a:r>
          </a:p>
          <a:p>
            <a:pPr marL="0" lvl="1" indent="0">
              <a:buNone/>
            </a:pPr>
            <a:r>
              <a:rPr lang="en-US" altLang="zh-CN" dirty="0"/>
              <a:t>- Move the training model to the participants</a:t>
            </a:r>
          </a:p>
          <a:p>
            <a:pPr marL="0" lvl="1" indent="0">
              <a:buNone/>
            </a:pPr>
            <a:endParaRPr lang="en-US" altLang="zh-CN" dirty="0"/>
          </a:p>
          <a:p>
            <a:pPr marL="177800" lvl="1" indent="-177800"/>
            <a:endParaRPr lang="en-US" altLang="zh-CN" dirty="0"/>
          </a:p>
          <a:p>
            <a:pPr marL="177800" lvl="1" indent="-177800"/>
            <a:endParaRPr lang="en-AU" altLang="zh-CN" dirty="0"/>
          </a:p>
          <a:p>
            <a:pPr marL="177800" lvl="1" indent="-177800"/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FF225-02C4-7A32-45BD-E52C053378FF}"/>
              </a:ext>
            </a:extLst>
          </p:cNvPr>
          <p:cNvSpPr txBox="1"/>
          <p:nvPr/>
        </p:nvSpPr>
        <p:spPr>
          <a:xfrm>
            <a:off x="2963917" y="47401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675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Federated learning framework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FF225-02C4-7A32-45BD-E52C053378FF}"/>
              </a:ext>
            </a:extLst>
          </p:cNvPr>
          <p:cNvSpPr txBox="1"/>
          <p:nvPr/>
        </p:nvSpPr>
        <p:spPr>
          <a:xfrm>
            <a:off x="2963917" y="47401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48F1DBE-F645-D49C-33BB-58959A25EA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189" y="2225449"/>
            <a:ext cx="6284411" cy="2884049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5A3C920-AE14-8B00-FD93-E16DADBC4CC1}"/>
              </a:ext>
            </a:extLst>
          </p:cNvPr>
          <p:cNvSpPr txBox="1">
            <a:spLocks/>
          </p:cNvSpPr>
          <p:nvPr/>
        </p:nvSpPr>
        <p:spPr>
          <a:xfrm>
            <a:off x="4135016" y="5545587"/>
            <a:ext cx="4475584" cy="680963"/>
          </a:xfrm>
          <a:prstGeom prst="rect">
            <a:avLst/>
          </a:prstGeom>
        </p:spPr>
        <p:txBody>
          <a:bodyPr/>
          <a:lstStyle>
            <a:lvl1pPr marL="457177" indent="-457177" algn="l" defTabSz="1828709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5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531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5886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240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594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8949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303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7657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011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altLang="en-US" sz="2800" dirty="0">
                <a:latin typeface="Myriad Pro" pitchFamily="34" charset="0"/>
                <a:ea typeface="ＭＳ Ｐゴシック" panose="020B0600070205080204" pitchFamily="34" charset="-128"/>
                <a:cs typeface="Myriad Pro" pitchFamily="34" charset="0"/>
              </a:rPr>
              <a:t>(diagram from the Internet)</a:t>
            </a:r>
          </a:p>
        </p:txBody>
      </p:sp>
    </p:spTree>
    <p:extLst>
      <p:ext uri="{BB962C8B-B14F-4D97-AF65-F5344CB8AC3E}">
        <p14:creationId xmlns:p14="http://schemas.microsoft.com/office/powerpoint/2010/main" val="1426145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Federated learning workflow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45A446-E795-458E-A575-42EB31524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457200" lvl="2" indent="0">
              <a:buNone/>
            </a:pPr>
            <a:endParaRPr lang="en-AU" altLang="zh-CN" dirty="0"/>
          </a:p>
          <a:p>
            <a:pPr marL="0" lvl="1" indent="0">
              <a:buNone/>
            </a:pPr>
            <a:r>
              <a:rPr lang="en-US" altLang="zh-CN" dirty="0"/>
              <a:t>0. Workers (data owners) keep their data locally</a:t>
            </a:r>
          </a:p>
          <a:p>
            <a:pPr marL="0" lvl="1" indent="0">
              <a:buNone/>
            </a:pPr>
            <a:r>
              <a:rPr lang="en-US" altLang="zh-CN" dirty="0"/>
              <a:t>1. Workers firstly download a learning model (aka an executable program)</a:t>
            </a:r>
          </a:p>
          <a:p>
            <a:pPr marL="0" lvl="1" indent="0">
              <a:buNone/>
            </a:pPr>
            <a:r>
              <a:rPr lang="en-US" altLang="zh-CN" dirty="0"/>
              <a:t>2. Workers execute the learning on their local devices, respectively.</a:t>
            </a:r>
          </a:p>
          <a:p>
            <a:pPr marL="0" lvl="1" indent="0">
              <a:buNone/>
            </a:pPr>
            <a:r>
              <a:rPr lang="en-US" altLang="zh-CN" dirty="0"/>
              <a:t>3. The trained local model or parameters (e.g., gradients) will be uploaded to the central server</a:t>
            </a:r>
          </a:p>
          <a:p>
            <a:pPr marL="0" lvl="1" indent="0">
              <a:buNone/>
            </a:pPr>
            <a:r>
              <a:rPr lang="en-US" altLang="zh-CN" dirty="0"/>
              <a:t>4. The server will aggregate the received parameters, and broadcast the new parameters to the workers</a:t>
            </a:r>
          </a:p>
          <a:p>
            <a:pPr marL="0" lvl="1" indent="0">
              <a:buNone/>
            </a:pPr>
            <a:r>
              <a:rPr lang="en-US" altLang="zh-CN" dirty="0"/>
              <a:t>5. The workers start another round of learning …</a:t>
            </a:r>
          </a:p>
          <a:p>
            <a:pPr marL="0" lvl="1" indent="0">
              <a:buNone/>
            </a:pPr>
            <a:r>
              <a:rPr lang="en-US" altLang="zh-CN" dirty="0"/>
              <a:t>6. Stop when the trained model converges. </a:t>
            </a:r>
          </a:p>
          <a:p>
            <a:pPr marL="177800" lvl="1" indent="-177800"/>
            <a:endParaRPr lang="en-US" altLang="zh-CN" dirty="0"/>
          </a:p>
          <a:p>
            <a:pPr marL="177800" lvl="1" indent="-177800"/>
            <a:endParaRPr lang="en-US" altLang="zh-CN" dirty="0"/>
          </a:p>
          <a:p>
            <a:pPr marL="177800" lvl="1" indent="-177800"/>
            <a:endParaRPr lang="en-AU" altLang="zh-CN" dirty="0"/>
          </a:p>
          <a:p>
            <a:pPr marL="177800" lvl="1" indent="-177800"/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FF225-02C4-7A32-45BD-E52C053378FF}"/>
              </a:ext>
            </a:extLst>
          </p:cNvPr>
          <p:cNvSpPr txBox="1"/>
          <p:nvPr/>
        </p:nvSpPr>
        <p:spPr>
          <a:xfrm>
            <a:off x="2963917" y="47401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81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3BB7D-0F1E-9A47-B498-0137BFD8B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Federated learning statistics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168638-C106-DC43-BA26-13CB218089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Total population size: </a:t>
            </a:r>
            <a:r>
              <a:rPr lang="en-US" dirty="0">
                <a:solidFill>
                  <a:srgbClr val="FF0000"/>
                </a:solidFill>
              </a:rPr>
              <a:t>10</a:t>
            </a:r>
            <a:r>
              <a:rPr lang="en-US" baseline="30000" dirty="0">
                <a:solidFill>
                  <a:srgbClr val="FF0000"/>
                </a:solidFill>
              </a:rPr>
              <a:t>6</a:t>
            </a:r>
            <a:r>
              <a:rPr lang="en-US" dirty="0">
                <a:solidFill>
                  <a:srgbClr val="FF0000"/>
                </a:solidFill>
              </a:rPr>
              <a:t> – 10</a:t>
            </a:r>
            <a:r>
              <a:rPr lang="en-US" baseline="30000" dirty="0">
                <a:solidFill>
                  <a:srgbClr val="FF0000"/>
                </a:solidFill>
              </a:rPr>
              <a:t>10</a:t>
            </a:r>
            <a:r>
              <a:rPr lang="en-US" dirty="0">
                <a:solidFill>
                  <a:srgbClr val="FF0000"/>
                </a:solidFill>
              </a:rPr>
              <a:t> devices</a:t>
            </a:r>
          </a:p>
          <a:p>
            <a:endParaRPr lang="en-US" dirty="0"/>
          </a:p>
          <a:p>
            <a:r>
              <a:rPr lang="en-US" dirty="0"/>
              <a:t>Selected devices each round: </a:t>
            </a:r>
            <a:r>
              <a:rPr lang="en-US" dirty="0">
                <a:solidFill>
                  <a:srgbClr val="FF0000"/>
                </a:solidFill>
              </a:rPr>
              <a:t>50 – 5000</a:t>
            </a:r>
          </a:p>
          <a:p>
            <a:endParaRPr lang="en-US" dirty="0"/>
          </a:p>
          <a:p>
            <a:r>
              <a:rPr lang="en-US" dirty="0"/>
              <a:t>Total devices participate in one learning task: </a:t>
            </a:r>
            <a:r>
              <a:rPr lang="en-US" dirty="0">
                <a:solidFill>
                  <a:srgbClr val="FF0000"/>
                </a:solidFill>
              </a:rPr>
              <a:t>10</a:t>
            </a:r>
            <a:r>
              <a:rPr lang="en-US" baseline="30000" dirty="0">
                <a:solidFill>
                  <a:srgbClr val="FF0000"/>
                </a:solidFill>
              </a:rPr>
              <a:t>5</a:t>
            </a:r>
            <a:r>
              <a:rPr lang="en-US" dirty="0">
                <a:solidFill>
                  <a:srgbClr val="FF0000"/>
                </a:solidFill>
              </a:rPr>
              <a:t> –10</a:t>
            </a:r>
            <a:r>
              <a:rPr lang="en-US" baseline="30000" dirty="0">
                <a:solidFill>
                  <a:srgbClr val="FF0000"/>
                </a:solidFill>
              </a:rPr>
              <a:t>7</a:t>
            </a:r>
            <a:r>
              <a:rPr lang="en-US" dirty="0">
                <a:solidFill>
                  <a:srgbClr val="FF0000"/>
                </a:solidFill>
              </a:rPr>
              <a:t> devices</a:t>
            </a:r>
          </a:p>
          <a:p>
            <a:endParaRPr lang="en-US" dirty="0"/>
          </a:p>
          <a:p>
            <a:r>
              <a:rPr lang="en-US" dirty="0"/>
              <a:t>Number of rounds for convergence: </a:t>
            </a:r>
            <a:r>
              <a:rPr lang="en-US" dirty="0">
                <a:solidFill>
                  <a:srgbClr val="FF0000"/>
                </a:solidFill>
              </a:rPr>
              <a:t>500 - 10000</a:t>
            </a:r>
          </a:p>
          <a:p>
            <a:endParaRPr lang="en-US" dirty="0"/>
          </a:p>
          <a:p>
            <a:r>
              <a:rPr lang="en-US" dirty="0"/>
              <a:t>Wall-Clock training time: </a:t>
            </a:r>
            <a:r>
              <a:rPr lang="en-US" dirty="0">
                <a:solidFill>
                  <a:srgbClr val="FF0000"/>
                </a:solidFill>
              </a:rPr>
              <a:t>1 – 10 days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E3B047-25F4-294E-85EA-725FBABAC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6EF73-9DB8-4763-865F-2F88181A4732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22407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1849" y="1709738"/>
            <a:ext cx="10862403" cy="2852737"/>
          </a:xfrm>
        </p:spPr>
        <p:txBody>
          <a:bodyPr/>
          <a:lstStyle/>
          <a:p>
            <a:r>
              <a:rPr lang="en-US" altLang="zh-CN" dirty="0"/>
              <a:t>Attacks on Federated Learning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67755-2B94-5D93-A92A-4757DC8CB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</p:spTree>
    <p:extLst>
      <p:ext uri="{BB962C8B-B14F-4D97-AF65-F5344CB8AC3E}">
        <p14:creationId xmlns:p14="http://schemas.microsoft.com/office/powerpoint/2010/main" val="4225506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Attacks on federated learning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45A446-E795-458E-A575-42EB31524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8105"/>
            <a:ext cx="10313276" cy="3068195"/>
          </a:xfrm>
        </p:spPr>
        <p:txBody>
          <a:bodyPr>
            <a:normAutofit/>
          </a:bodyPr>
          <a:lstStyle/>
          <a:p>
            <a:pPr marL="177800" lvl="1" indent="-177800"/>
            <a:endParaRPr lang="en-US" altLang="zh-CN" b="1" dirty="0"/>
          </a:p>
          <a:p>
            <a:pPr marL="457200" lvl="2" indent="0">
              <a:buNone/>
            </a:pPr>
            <a:r>
              <a:rPr lang="en-US" altLang="zh-CN" b="1" dirty="0"/>
              <a:t>Old attacks + new invented attacks </a:t>
            </a:r>
            <a:r>
              <a:rPr lang="en-US" altLang="zh-CN" dirty="0"/>
              <a:t>(for financial, political reward, …)</a:t>
            </a:r>
          </a:p>
          <a:p>
            <a:pPr marL="457200" lvl="2" indent="0">
              <a:buNone/>
            </a:pPr>
            <a:endParaRPr lang="en-US" altLang="zh-CN" dirty="0"/>
          </a:p>
          <a:p>
            <a:pPr marL="635000" lvl="2" indent="-177800"/>
            <a:r>
              <a:rPr lang="en-US" altLang="zh-CN" dirty="0"/>
              <a:t>Inference attack (the model has been trained, and deployed in practice)</a:t>
            </a:r>
          </a:p>
          <a:p>
            <a:pPr marL="635000" lvl="2" indent="-177800"/>
            <a:r>
              <a:rPr lang="en-US" altLang="zh-CN" dirty="0"/>
              <a:t>Poisoning attack (during the model training stage) (next week)</a:t>
            </a:r>
            <a:r>
              <a:rPr lang="zh-CN" altLang="en-US" dirty="0"/>
              <a:t> </a:t>
            </a:r>
            <a:endParaRPr lang="en-US" altLang="zh-CN" dirty="0"/>
          </a:p>
          <a:p>
            <a:pPr marL="457200" lvl="2" indent="0">
              <a:buNone/>
            </a:pPr>
            <a:r>
              <a:rPr lang="en-AU" altLang="zh-CN" dirty="0"/>
              <a:t>…</a:t>
            </a:r>
          </a:p>
          <a:p>
            <a:pPr marL="0" lvl="1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57466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Inference Attacks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4727D0C8-E44B-AD8C-FF4A-398A8447BA11}"/>
              </a:ext>
            </a:extLst>
          </p:cNvPr>
          <p:cNvSpPr txBox="1">
            <a:spLocks/>
          </p:cNvSpPr>
          <p:nvPr/>
        </p:nvSpPr>
        <p:spPr>
          <a:xfrm>
            <a:off x="1010239" y="1508126"/>
            <a:ext cx="8971961" cy="5030787"/>
          </a:xfrm>
          <a:prstGeom prst="rect">
            <a:avLst/>
          </a:prstGeom>
        </p:spPr>
        <p:txBody>
          <a:bodyPr/>
          <a:lstStyle>
            <a:lvl1pPr marL="457177" indent="-457177" algn="l" defTabSz="1828709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5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531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5886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240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594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8949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303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7657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011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altLang="en-US" sz="2800" dirty="0">
                <a:latin typeface="Myriad Pro" pitchFamily="34" charset="0"/>
                <a:ea typeface="ＭＳ Ｐゴシック" panose="020B0600070205080204" pitchFamily="34" charset="-128"/>
                <a:cs typeface="Myriad Pro" pitchFamily="34" charset="0"/>
              </a:rPr>
              <a:t>Inference attacks: </a:t>
            </a:r>
          </a:p>
          <a:p>
            <a:pPr marL="0" indent="0">
              <a:buNone/>
              <a:defRPr/>
            </a:pPr>
            <a:r>
              <a:rPr lang="en-US" altLang="en-US" sz="2800" dirty="0">
                <a:latin typeface="Myriad Pro" pitchFamily="34" charset="0"/>
                <a:ea typeface="ＭＳ Ｐゴシック" panose="020B0600070205080204" pitchFamily="34" charset="-128"/>
                <a:cs typeface="Myriad Pro" pitchFamily="34" charset="0"/>
              </a:rPr>
              <a:t>obtain the unknown (interested information) from known (the available model, background knowledge, etc.)</a:t>
            </a:r>
          </a:p>
          <a:p>
            <a:pPr marL="0" indent="0">
              <a:buNone/>
              <a:defRPr/>
            </a:pPr>
            <a:r>
              <a:rPr lang="en-US" altLang="en-US" sz="2800" i="1" dirty="0">
                <a:latin typeface="Myriad Pro" pitchFamily="34" charset="0"/>
                <a:ea typeface="ＭＳ Ｐゴシック" panose="020B0600070205080204" pitchFamily="34" charset="-128"/>
                <a:cs typeface="Myriad Pro" pitchFamily="34" charset="0"/>
              </a:rPr>
              <a:t>- Is Bob’s medical data in the cancer training dataset of a cancer prediction model?</a:t>
            </a:r>
          </a:p>
          <a:p>
            <a:pPr marL="0" indent="0">
              <a:buNone/>
              <a:defRPr/>
            </a:pPr>
            <a:r>
              <a:rPr lang="en-US" altLang="en-US" sz="2800" dirty="0">
                <a:latin typeface="Myriad Pro" pitchFamily="34" charset="0"/>
                <a:ea typeface="ＭＳ Ｐゴシック" panose="020B0600070205080204" pitchFamily="34" charset="-128"/>
                <a:cs typeface="Myriad Pro" pitchFamily="34" charset="0"/>
              </a:rPr>
              <a:t>The attackers could be at the server side (honest but curious) or someone monitoring the network traffic of the victim </a:t>
            </a:r>
          </a:p>
        </p:txBody>
      </p:sp>
    </p:spTree>
    <p:extLst>
      <p:ext uri="{BB962C8B-B14F-4D97-AF65-F5344CB8AC3E}">
        <p14:creationId xmlns:p14="http://schemas.microsoft.com/office/powerpoint/2010/main" val="3994677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Different inference attacks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09D75D-0BC8-AC7E-40AF-93295EC8D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824" y="1898650"/>
            <a:ext cx="6886575" cy="445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193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Counter Inference Attacks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3AE91821-9F78-DAC2-FCBD-AA4EDC89D74E}"/>
              </a:ext>
            </a:extLst>
          </p:cNvPr>
          <p:cNvSpPr txBox="1">
            <a:spLocks/>
          </p:cNvSpPr>
          <p:nvPr/>
        </p:nvSpPr>
        <p:spPr>
          <a:xfrm>
            <a:off x="1010239" y="1508126"/>
            <a:ext cx="8971961" cy="5030787"/>
          </a:xfrm>
          <a:prstGeom prst="rect">
            <a:avLst/>
          </a:prstGeom>
        </p:spPr>
        <p:txBody>
          <a:bodyPr/>
          <a:lstStyle>
            <a:lvl1pPr marL="457177" indent="-457177" algn="l" defTabSz="1828709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5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531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5886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240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594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8949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303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7657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011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  <a:defRPr/>
            </a:pPr>
            <a:r>
              <a:rPr lang="en-US" altLang="en-US" sz="2800" dirty="0">
                <a:latin typeface="Myriad Pro" pitchFamily="34" charset="0"/>
                <a:ea typeface="ＭＳ Ｐゴシック" panose="020B0600070205080204" pitchFamily="34" charset="-128"/>
                <a:cs typeface="Myriad Pro" pitchFamily="34" charset="0"/>
              </a:rPr>
              <a:t>Differential privacy</a:t>
            </a:r>
          </a:p>
          <a:p>
            <a:pPr marL="0" indent="0">
              <a:buNone/>
              <a:defRPr/>
            </a:pPr>
            <a:r>
              <a:rPr lang="en-US" altLang="en-US" sz="2800" dirty="0">
                <a:latin typeface="Myriad Pro" pitchFamily="34" charset="0"/>
                <a:ea typeface="ＭＳ Ｐゴシック" panose="020B0600070205080204" pitchFamily="34" charset="-128"/>
                <a:cs typeface="Myriad Pro" pitchFamily="34" charset="0"/>
              </a:rPr>
              <a:t>     - add DP noise to each round of learning</a:t>
            </a:r>
          </a:p>
          <a:p>
            <a:pPr marL="0" indent="0">
              <a:buNone/>
              <a:defRPr/>
            </a:pPr>
            <a:r>
              <a:rPr lang="en-US" altLang="en-US" sz="2800" dirty="0">
                <a:latin typeface="Myriad Pro" pitchFamily="34" charset="0"/>
                <a:ea typeface="ＭＳ Ｐゴシック" panose="020B0600070205080204" pitchFamily="34" charset="-128"/>
                <a:cs typeface="Myriad Pro" pitchFamily="34" charset="0"/>
              </a:rPr>
              <a:t>     - add DP noise to the last round of learning</a:t>
            </a:r>
          </a:p>
          <a:p>
            <a:pPr marL="0" indent="0">
              <a:buNone/>
              <a:defRPr/>
            </a:pPr>
            <a:r>
              <a:rPr lang="en-US" altLang="en-US" sz="2800" dirty="0">
                <a:latin typeface="Myriad Pro" pitchFamily="34" charset="0"/>
                <a:ea typeface="ＭＳ Ｐゴシック" panose="020B0600070205080204" pitchFamily="34" charset="-128"/>
                <a:cs typeface="Myriad Pro" pitchFamily="34" charset="0"/>
              </a:rPr>
              <a:t>2. Using cryptographic tools, </a:t>
            </a:r>
          </a:p>
          <a:p>
            <a:pPr marL="0" indent="0">
              <a:buNone/>
              <a:defRPr/>
            </a:pPr>
            <a:r>
              <a:rPr lang="en-US" altLang="en-US" sz="2800" dirty="0">
                <a:latin typeface="Myriad Pro" pitchFamily="34" charset="0"/>
                <a:ea typeface="ＭＳ Ｐゴシック" panose="020B0600070205080204" pitchFamily="34" charset="-128"/>
                <a:cs typeface="Myriad Pro" pitchFamily="34" charset="0"/>
              </a:rPr>
              <a:t>      e.g. multiple part computing (MPC)</a:t>
            </a:r>
          </a:p>
          <a:p>
            <a:pPr marL="0" indent="0">
              <a:buNone/>
              <a:defRPr/>
            </a:pPr>
            <a:endParaRPr lang="en-US" altLang="en-US" sz="2800" dirty="0">
              <a:latin typeface="Myriad Pro" pitchFamily="34" charset="0"/>
              <a:ea typeface="ＭＳ Ｐゴシック" panose="020B0600070205080204" pitchFamily="34" charset="-128"/>
              <a:cs typeface="Myriad Pro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1663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1849" y="1709738"/>
            <a:ext cx="10862403" cy="2852737"/>
          </a:xfrm>
        </p:spPr>
        <p:txBody>
          <a:bodyPr/>
          <a:lstStyle/>
          <a:p>
            <a:r>
              <a:rPr lang="en-US" altLang="zh-CN" dirty="0"/>
              <a:t>Secure data aggregation in federated learning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67755-2B94-5D93-A92A-4757DC8CB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</p:spTree>
    <p:extLst>
      <p:ext uri="{BB962C8B-B14F-4D97-AF65-F5344CB8AC3E}">
        <p14:creationId xmlns:p14="http://schemas.microsoft.com/office/powerpoint/2010/main" val="4264493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03658-6428-D809-3145-8F9C7A3F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07A27D41-2BB0-FE39-CE99-659BCDE857DF}"/>
              </a:ext>
            </a:extLst>
          </p:cNvPr>
          <p:cNvSpPr txBox="1">
            <a:spLocks/>
          </p:cNvSpPr>
          <p:nvPr/>
        </p:nvSpPr>
        <p:spPr>
          <a:xfrm>
            <a:off x="838198" y="272632"/>
            <a:ext cx="1021624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/>
              <a:t>Homomorphic encryption (hide the parameters)</a:t>
            </a:r>
          </a:p>
        </p:txBody>
      </p:sp>
      <p:pic>
        <p:nvPicPr>
          <p:cNvPr id="9" name="Picture 2" descr="See the source image">
            <a:extLst>
              <a:ext uri="{FF2B5EF4-FFF2-40B4-BE49-F238E27FC236}">
                <a16:creationId xmlns:a16="http://schemas.microsoft.com/office/drawing/2014/main" id="{FBD3DACC-70F4-8875-1259-7D42101D0F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2285" y="1769645"/>
            <a:ext cx="5052630" cy="3953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本框 5">
            <a:extLst>
              <a:ext uri="{FF2B5EF4-FFF2-40B4-BE49-F238E27FC236}">
                <a16:creationId xmlns:a16="http://schemas.microsoft.com/office/drawing/2014/main" id="{AB2D40B3-01FC-77B1-0348-E161F6C22F1B}"/>
              </a:ext>
            </a:extLst>
          </p:cNvPr>
          <p:cNvSpPr txBox="1"/>
          <p:nvPr/>
        </p:nvSpPr>
        <p:spPr>
          <a:xfrm>
            <a:off x="7263013" y="1940281"/>
            <a:ext cx="341670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ym typeface="Wingdings 2" panose="05020102010507070707" pitchFamily="18" charset="2"/>
              </a:rPr>
              <a:t> </a:t>
            </a:r>
            <a:r>
              <a:rPr lang="en-US" altLang="zh-CN" dirty="0">
                <a:sym typeface="Wingdings 2" panose="05020102010507070707" pitchFamily="18" charset="2"/>
              </a:rPr>
              <a:t>Each user transfers the encrypted local gradient to FL server</a:t>
            </a:r>
          </a:p>
          <a:p>
            <a:endParaRPr lang="en-US" altLang="zh-CN" dirty="0">
              <a:sym typeface="Wingdings 2" panose="05020102010507070707" pitchFamily="18" charset="2"/>
            </a:endParaRPr>
          </a:p>
          <a:p>
            <a:pPr marL="285750" indent="-285750">
              <a:buFont typeface="Wingdings 2" panose="05020102010507070707" pitchFamily="18" charset="2"/>
              <a:buChar char="k"/>
            </a:pPr>
            <a:r>
              <a:rPr lang="en-US" altLang="zh-CN" dirty="0">
                <a:sym typeface="Wingdings 2" panose="05020102010507070707" pitchFamily="18" charset="2"/>
              </a:rPr>
              <a:t>FL server directly</a:t>
            </a:r>
          </a:p>
          <a:p>
            <a:r>
              <a:rPr lang="en-US" altLang="zh-CN" dirty="0">
                <a:sym typeface="Wingdings 2" panose="05020102010507070707" pitchFamily="18" charset="2"/>
              </a:rPr>
              <a:t>calculates the encrypted ciphertext to get the average gradient</a:t>
            </a:r>
          </a:p>
          <a:p>
            <a:pPr marL="285750" indent="-285750">
              <a:buFont typeface="Wingdings 2" panose="05020102010507070707" pitchFamily="18" charset="2"/>
              <a:buChar char="k"/>
            </a:pPr>
            <a:endParaRPr lang="en-US" altLang="zh-CN" dirty="0">
              <a:sym typeface="Wingdings 2" panose="05020102010507070707" pitchFamily="18" charset="2"/>
            </a:endParaRPr>
          </a:p>
          <a:p>
            <a:r>
              <a:rPr lang="zh-CN" altLang="en-US" dirty="0">
                <a:sym typeface="Wingdings 2" panose="05020102010507070707" pitchFamily="18" charset="2"/>
              </a:rPr>
              <a:t> </a:t>
            </a:r>
            <a:r>
              <a:rPr lang="en-US" altLang="zh-CN" dirty="0">
                <a:sym typeface="Wingdings 2" panose="05020102010507070707" pitchFamily="18" charset="2"/>
              </a:rPr>
              <a:t>The FL server transmits the updated gradient to each data owner</a:t>
            </a:r>
          </a:p>
        </p:txBody>
      </p:sp>
    </p:spTree>
    <p:extLst>
      <p:ext uri="{BB962C8B-B14F-4D97-AF65-F5344CB8AC3E}">
        <p14:creationId xmlns:p14="http://schemas.microsoft.com/office/powerpoint/2010/main" val="795488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03658-6428-D809-3145-8F9C7A3F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07A27D41-2BB0-FE39-CE99-659BCDE857DF}"/>
              </a:ext>
            </a:extLst>
          </p:cNvPr>
          <p:cNvSpPr txBox="1">
            <a:spLocks/>
          </p:cNvSpPr>
          <p:nvPr/>
        </p:nvSpPr>
        <p:spPr>
          <a:xfrm>
            <a:off x="838199" y="272632"/>
            <a:ext cx="85265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/>
              <a:t>Shuffle model (hide the IDs)</a:t>
            </a:r>
          </a:p>
        </p:txBody>
      </p:sp>
      <p:pic>
        <p:nvPicPr>
          <p:cNvPr id="2" name="图片 3">
            <a:extLst>
              <a:ext uri="{FF2B5EF4-FFF2-40B4-BE49-F238E27FC236}">
                <a16:creationId xmlns:a16="http://schemas.microsoft.com/office/drawing/2014/main" id="{4AC64061-8C3D-4F97-ED43-3A9CCCB50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305" y="1892505"/>
            <a:ext cx="6554095" cy="3909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13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49965" y="411161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Encode-Shuffle-Analyze (ESA) model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563217" y="1665147"/>
            <a:ext cx="10260496" cy="1539946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Lightly “encrypted” for information aggregation</a:t>
            </a:r>
          </a:p>
          <a:p>
            <a:pPr>
              <a:buFontTx/>
              <a:buChar char="-"/>
            </a:pPr>
            <a:r>
              <a:rPr lang="en-US" dirty="0"/>
              <a:t>add random noise between –t and +t for each client, the noise will cancel each other in the final aggregation</a:t>
            </a:r>
          </a:p>
          <a:p>
            <a:pPr>
              <a:buFontTx/>
              <a:buChar char="-"/>
            </a:pPr>
            <a:r>
              <a:rPr lang="en-US" dirty="0"/>
              <a:t>Organize pairs to cancel each other in the aggregation. E.g., m1 + X and m2- X for the pair client 1 and 2</a:t>
            </a: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8070850" y="3362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743200" imgH="4267200" progId="Equation.DSMT4">
                  <p:embed/>
                </p:oleObj>
              </mc:Choice>
              <mc:Fallback>
                <p:oleObj name="Equation" r:id="rId3" imgW="2743200" imgH="4267200" progId="Equation.DSMT4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070850" y="3362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8070850" y="3362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743200" imgH="4267200" progId="Equation.DSMT4">
                  <p:embed/>
                </p:oleObj>
              </mc:Choice>
              <mc:Fallback>
                <p:oleObj name="Equation" r:id="rId5" imgW="2743200" imgH="4267200" progId="Equation.DSMT4">
                  <p:embed/>
                  <p:pic>
                    <p:nvPicPr>
                      <p:cNvPr id="8" name="Object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070850" y="3362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1E414-2704-43D1-9866-5E6F94795B0A}" type="slidenum">
              <a:rPr lang="en-US" smtClean="0"/>
              <a:t>17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D96311-09C1-3394-D62A-9E34C61C1C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62540" y="3652908"/>
            <a:ext cx="7559629" cy="270344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79171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90604"/>
    </mc:Choice>
    <mc:Fallback xmlns="">
      <p:transition advTm="9060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03658-6428-D809-3145-8F9C7A3F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07A27D41-2BB0-FE39-CE99-659BCDE857DF}"/>
              </a:ext>
            </a:extLst>
          </p:cNvPr>
          <p:cNvSpPr txBox="1">
            <a:spLocks/>
          </p:cNvSpPr>
          <p:nvPr/>
        </p:nvSpPr>
        <p:spPr>
          <a:xfrm>
            <a:off x="838199" y="272632"/>
            <a:ext cx="85265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/>
              <a:t>Multiple server data aggregation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17E287-9050-869C-5180-375BF30A7EFD}"/>
              </a:ext>
            </a:extLst>
          </p:cNvPr>
          <p:cNvSpPr txBox="1"/>
          <p:nvPr/>
        </p:nvSpPr>
        <p:spPr>
          <a:xfrm>
            <a:off x="7192382" y="2175745"/>
            <a:ext cx="4344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000" dirty="0">
                <a:latin typeface="LinLibertineT"/>
              </a:rPr>
              <a:t>There are k servers to cooperate for data aggregation.</a:t>
            </a:r>
          </a:p>
          <a:p>
            <a:pPr marL="457200" indent="-457200">
              <a:buAutoNum type="arabicPeriod"/>
            </a:pPr>
            <a:r>
              <a:rPr lang="en-US" sz="2000" dirty="0">
                <a:latin typeface="LinLibertineT"/>
              </a:rPr>
              <a:t>An encoder separates each uploaded data into k components, and upload them to k servers, respectively.</a:t>
            </a:r>
          </a:p>
          <a:p>
            <a:pPr marL="457200" indent="-457200">
              <a:buAutoNum type="arabicPeriod"/>
            </a:pPr>
            <a:r>
              <a:rPr lang="en-US" sz="2000" dirty="0">
                <a:latin typeface="LinLibertineT"/>
              </a:rPr>
              <a:t>The k servers execute aggregation to obtain the intended result. </a:t>
            </a:r>
          </a:p>
          <a:p>
            <a:pPr marL="457200" indent="-457200">
              <a:buAutoNum type="arabicPeriod"/>
            </a:pPr>
            <a:endParaRPr lang="en-US" sz="2000" i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936F8B-53DB-D077-4C74-AA2C5DEF4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249" y="2175745"/>
            <a:ext cx="5827410" cy="341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542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03658-6428-D809-3145-8F9C7A3F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07A27D41-2BB0-FE39-CE99-659BCDE857DF}"/>
              </a:ext>
            </a:extLst>
          </p:cNvPr>
          <p:cNvSpPr txBox="1">
            <a:spLocks/>
          </p:cNvSpPr>
          <p:nvPr/>
        </p:nvSpPr>
        <p:spPr>
          <a:xfrm>
            <a:off x="838199" y="272632"/>
            <a:ext cx="85265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/>
              <a:t>References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17E287-9050-869C-5180-375BF30A7EFD}"/>
              </a:ext>
            </a:extLst>
          </p:cNvPr>
          <p:cNvSpPr txBox="1"/>
          <p:nvPr/>
        </p:nvSpPr>
        <p:spPr>
          <a:xfrm>
            <a:off x="5690153" y="2529783"/>
            <a:ext cx="434466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000" dirty="0">
                <a:latin typeface="LinLibertineT"/>
              </a:rPr>
              <a:t>Chapter 1 for federated learning</a:t>
            </a:r>
          </a:p>
          <a:p>
            <a:pPr marL="457200" indent="-457200">
              <a:buAutoNum type="arabicPeriod"/>
            </a:pPr>
            <a:r>
              <a:rPr lang="en-US" sz="2000" dirty="0">
                <a:latin typeface="LinLibertineT"/>
              </a:rPr>
              <a:t>Chapter 2 for reference attacks.</a:t>
            </a:r>
          </a:p>
          <a:p>
            <a:pPr marL="457200" indent="-457200">
              <a:buAutoNum type="arabicPeriod"/>
            </a:pPr>
            <a:r>
              <a:rPr lang="en-US" sz="2000" dirty="0">
                <a:latin typeface="LinLibertineT"/>
              </a:rPr>
              <a:t>Chapter 7 for secure data aggregation</a:t>
            </a:r>
          </a:p>
          <a:p>
            <a:pPr marL="457200" indent="-457200">
              <a:buAutoNum type="arabicPeriod"/>
            </a:pPr>
            <a:endParaRPr lang="en-US" sz="2000" i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8E741F-05BE-D6E0-B5AC-AA65EC98561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65" r="3213" b="2"/>
          <a:stretch/>
        </p:blipFill>
        <p:spPr>
          <a:xfrm>
            <a:off x="748067" y="1667892"/>
            <a:ext cx="2958519" cy="4100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636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2|4.7|5.5"/>
</p:tagLst>
</file>

<file path=ppt/theme/theme1.xml><?xml version="1.0" encoding="utf-8"?>
<a:theme xmlns:a="http://schemas.openxmlformats.org/drawingml/2006/main" name="CSP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noFill/>
        <a:ln w="34925">
          <a:solidFill>
            <a:srgbClr val="FF0000"/>
          </a:solidFill>
          <a:round/>
          <a:headEnd/>
          <a:tailEnd/>
        </a:ln>
      </a:spPr>
      <a:bodyPr wrap="none" anchor="ctr"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CSPtemplate.potx" id="{D3B57CF6-4FCD-4119-B968-54434F79A08D}" vid="{A60A91C8-10B7-45D5-9F5B-55460C6D5BB7}"/>
    </a:ext>
  </a:extLst>
</a:theme>
</file>

<file path=ppt/theme/theme2.xml><?xml version="1.0" encoding="utf-8"?>
<a:theme xmlns:a="http://schemas.openxmlformats.org/drawingml/2006/main" name="Office Theme">
  <a:themeElements>
    <a:clrScheme name="Banded_Design_Teal">
      <a:dk1>
        <a:srgbClr val="363D3D"/>
      </a:dk1>
      <a:lt1>
        <a:sysClr val="window" lastClr="FFFFFF"/>
      </a:lt1>
      <a:dk2>
        <a:srgbClr val="000000"/>
      </a:dk2>
      <a:lt2>
        <a:srgbClr val="E5E8E8"/>
      </a:lt2>
      <a:accent1>
        <a:srgbClr val="3AAFB2"/>
      </a:accent1>
      <a:accent2>
        <a:srgbClr val="6ABD45"/>
      </a:accent2>
      <a:accent3>
        <a:srgbClr val="EBCA21"/>
      </a:accent3>
      <a:accent4>
        <a:srgbClr val="EB8D21"/>
      </a:accent4>
      <a:accent5>
        <a:srgbClr val="EB5638"/>
      </a:accent5>
      <a:accent6>
        <a:srgbClr val="5172B1"/>
      </a:accent6>
      <a:hlink>
        <a:srgbClr val="3A9CDB"/>
      </a:hlink>
      <a:folHlink>
        <a:srgbClr val="5172B1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anded_Design_Teal">
      <a:dk1>
        <a:srgbClr val="363D3D"/>
      </a:dk1>
      <a:lt1>
        <a:sysClr val="window" lastClr="FFFFFF"/>
      </a:lt1>
      <a:dk2>
        <a:srgbClr val="000000"/>
      </a:dk2>
      <a:lt2>
        <a:srgbClr val="E5E8E8"/>
      </a:lt2>
      <a:accent1>
        <a:srgbClr val="3AAFB2"/>
      </a:accent1>
      <a:accent2>
        <a:srgbClr val="6ABD45"/>
      </a:accent2>
      <a:accent3>
        <a:srgbClr val="EBCA21"/>
      </a:accent3>
      <a:accent4>
        <a:srgbClr val="EB8D21"/>
      </a:accent4>
      <a:accent5>
        <a:srgbClr val="EB5638"/>
      </a:accent5>
      <a:accent6>
        <a:srgbClr val="5172B1"/>
      </a:accent6>
      <a:hlink>
        <a:srgbClr val="3A9CDB"/>
      </a:hlink>
      <a:folHlink>
        <a:srgbClr val="5172B1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ED65A2C9-CB67-4F36-A412-EEC1AD297F3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AC2023F-644C-4F7E-8E8C-CDBE4A63C7D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0B0D886-CB8D-4564-A797-C05BC7D513A8}">
  <ds:schemaRefs>
    <ds:schemaRef ds:uri="http://purl.org/dc/terms/"/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http://schemas.openxmlformats.org/package/2006/metadata/core-properties"/>
    <ds:schemaRef ds:uri="40262f94-9f35-4ac3-9a90-690165a166b7"/>
    <ds:schemaRef ds:uri="http://schemas.microsoft.com/office/infopath/2007/PartnerControls"/>
    <ds:schemaRef ds:uri="a4f35948-e619-41b3-aa29-22878b09cfd2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CSPtemplate</Template>
  <TotalTime>3416</TotalTime>
  <Words>638</Words>
  <Application>Microsoft Office PowerPoint</Application>
  <PresentationFormat>Widescreen</PresentationFormat>
  <Paragraphs>102</Paragraphs>
  <Slides>19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LinLibertineT</vt:lpstr>
      <vt:lpstr>Myriad Pro</vt:lpstr>
      <vt:lpstr>Arial</vt:lpstr>
      <vt:lpstr>Calibri</vt:lpstr>
      <vt:lpstr>Calibri Light</vt:lpstr>
      <vt:lpstr>Wingdings 2</vt:lpstr>
      <vt:lpstr>CSPtemplate</vt:lpstr>
      <vt:lpstr>Equation</vt:lpstr>
      <vt:lpstr>41183 PRIVACY PRESERVING</vt:lpstr>
      <vt:lpstr>Outline</vt:lpstr>
      <vt:lpstr>Federated Learning background </vt:lpstr>
      <vt:lpstr>Data for learning</vt:lpstr>
      <vt:lpstr>Federated learning</vt:lpstr>
      <vt:lpstr>Federated learning framework</vt:lpstr>
      <vt:lpstr>Federated learning workflow</vt:lpstr>
      <vt:lpstr>Federated learning statistics</vt:lpstr>
      <vt:lpstr>Attacks on Federated Learning</vt:lpstr>
      <vt:lpstr>Attacks on federated learning</vt:lpstr>
      <vt:lpstr>Inference Attacks</vt:lpstr>
      <vt:lpstr>Different inference attacks</vt:lpstr>
      <vt:lpstr>Counter Inference Attacks</vt:lpstr>
      <vt:lpstr>Secure data aggregation in federated learning</vt:lpstr>
      <vt:lpstr>PowerPoint Presentation</vt:lpstr>
      <vt:lpstr>PowerPoint Presentation</vt:lpstr>
      <vt:lpstr>Encode-Shuffle-Analyze (ESA) model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Differential privacy and its Applications</dc:title>
  <dc:creator>tianqing zhu</dc:creator>
  <cp:lastModifiedBy>Shui Yu</cp:lastModifiedBy>
  <cp:revision>282</cp:revision>
  <dcterms:created xsi:type="dcterms:W3CDTF">2017-06-08T01:46:25Z</dcterms:created>
  <dcterms:modified xsi:type="dcterms:W3CDTF">2023-09-29T07:55:04Z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  <property fmtid="{D5CDD505-2E9C-101B-9397-08002B2CF9AE}" pid="8" name="MSIP_Label_f0ace377-55b7-42ba-b903-b7b4f0d57b90_Enabled">
    <vt:lpwstr>true</vt:lpwstr>
  </property>
  <property fmtid="{D5CDD505-2E9C-101B-9397-08002B2CF9AE}" pid="9" name="MSIP_Label_f0ace377-55b7-42ba-b903-b7b4f0d57b90_SetDate">
    <vt:lpwstr>2023-07-27T04:05:12Z</vt:lpwstr>
  </property>
  <property fmtid="{D5CDD505-2E9C-101B-9397-08002B2CF9AE}" pid="10" name="MSIP_Label_f0ace377-55b7-42ba-b903-b7b4f0d57b90_Method">
    <vt:lpwstr>Privileged</vt:lpwstr>
  </property>
  <property fmtid="{D5CDD505-2E9C-101B-9397-08002B2CF9AE}" pid="11" name="MSIP_Label_f0ace377-55b7-42ba-b903-b7b4f0d57b90_Name">
    <vt:lpwstr>UTS-Sensitive</vt:lpwstr>
  </property>
  <property fmtid="{D5CDD505-2E9C-101B-9397-08002B2CF9AE}" pid="12" name="MSIP_Label_f0ace377-55b7-42ba-b903-b7b4f0d57b90_SiteId">
    <vt:lpwstr>e8911c26-cf9f-4a9c-878e-527807be8791</vt:lpwstr>
  </property>
  <property fmtid="{D5CDD505-2E9C-101B-9397-08002B2CF9AE}" pid="13" name="MSIP_Label_f0ace377-55b7-42ba-b903-b7b4f0d57b90_ActionId">
    <vt:lpwstr>ef8677b2-dbab-4633-b5aa-5c8445da3006</vt:lpwstr>
  </property>
  <property fmtid="{D5CDD505-2E9C-101B-9397-08002B2CF9AE}" pid="14" name="MSIP_Label_f0ace377-55b7-42ba-b903-b7b4f0d57b90_ContentBits">
    <vt:lpwstr>0</vt:lpwstr>
  </property>
</Properties>
</file>