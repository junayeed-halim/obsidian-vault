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6"/>
  </p:notesMasterIdLst>
  <p:sldIdLst>
    <p:sldId id="256" r:id="rId5"/>
    <p:sldId id="426" r:id="rId6"/>
    <p:sldId id="427" r:id="rId7"/>
    <p:sldId id="428" r:id="rId8"/>
    <p:sldId id="459" r:id="rId9"/>
    <p:sldId id="384" r:id="rId10"/>
    <p:sldId id="390" r:id="rId11"/>
    <p:sldId id="434" r:id="rId12"/>
    <p:sldId id="271" r:id="rId13"/>
    <p:sldId id="436" r:id="rId14"/>
    <p:sldId id="435" r:id="rId15"/>
    <p:sldId id="429" r:id="rId16"/>
    <p:sldId id="431" r:id="rId17"/>
    <p:sldId id="321" r:id="rId18"/>
    <p:sldId id="363" r:id="rId19"/>
    <p:sldId id="405" r:id="rId20"/>
    <p:sldId id="432" r:id="rId21"/>
    <p:sldId id="433" r:id="rId22"/>
    <p:sldId id="460" r:id="rId23"/>
    <p:sldId id="438" r:id="rId24"/>
    <p:sldId id="487" r:id="rId2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15">
          <p15:clr>
            <a:srgbClr val="A4A3A4"/>
          </p15:clr>
        </p15:guide>
        <p15:guide id="2" orient="horz" pos="397">
          <p15:clr>
            <a:srgbClr val="A4A3A4"/>
          </p15:clr>
        </p15:guide>
        <p15:guide id="3" orient="horz" pos="815">
          <p15:clr>
            <a:srgbClr val="A4A3A4"/>
          </p15:clr>
        </p15:guide>
        <p15:guide id="4" pos="420">
          <p15:clr>
            <a:srgbClr val="A4A3A4"/>
          </p15:clr>
        </p15:guide>
        <p15:guide id="5" pos="53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203" autoAdjust="0"/>
    <p:restoredTop sz="94660"/>
  </p:normalViewPr>
  <p:slideViewPr>
    <p:cSldViewPr snapToGrid="0" snapToObjects="1">
      <p:cViewPr varScale="1">
        <p:scale>
          <a:sx n="117" d="100"/>
          <a:sy n="117" d="100"/>
        </p:scale>
        <p:origin x="67" y="67"/>
      </p:cViewPr>
      <p:guideLst>
        <p:guide orient="horz" pos="2815"/>
        <p:guide orient="horz" pos="397"/>
        <p:guide orient="horz" pos="815"/>
        <p:guide pos="420"/>
        <p:guide pos="534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ui Yu" userId="c938b994-a30e-4cc7-a189-187a9b224868" providerId="ADAL" clId="{D378DF58-4452-4BC8-839A-4D178FE0AA68}"/>
    <pc:docChg chg="undo custSel addSld delSld modSld">
      <pc:chgData name="Shui Yu" userId="c938b994-a30e-4cc7-a189-187a9b224868" providerId="ADAL" clId="{D378DF58-4452-4BC8-839A-4D178FE0AA68}" dt="2026-07-27T02:54:15.129" v="543" actId="20577"/>
      <pc:docMkLst>
        <pc:docMk/>
      </pc:docMkLst>
      <pc:sldChg chg="modSp mod">
        <pc:chgData name="Shui Yu" userId="c938b994-a30e-4cc7-a189-187a9b224868" providerId="ADAL" clId="{D378DF58-4452-4BC8-839A-4D178FE0AA68}" dt="2026-07-21T04:32:58.618" v="526" actId="113"/>
        <pc:sldMkLst>
          <pc:docMk/>
          <pc:sldMk cId="2342492495" sldId="405"/>
        </pc:sldMkLst>
        <pc:spChg chg="mod">
          <ac:chgData name="Shui Yu" userId="c938b994-a30e-4cc7-a189-187a9b224868" providerId="ADAL" clId="{D378DF58-4452-4BC8-839A-4D178FE0AA68}" dt="2026-07-21T04:32:58.618" v="526" actId="113"/>
          <ac:spMkLst>
            <pc:docMk/>
            <pc:sldMk cId="2342492495" sldId="405"/>
            <ac:spMk id="3" creationId="{00000000-0000-0000-0000-000000000000}"/>
          </ac:spMkLst>
        </pc:spChg>
      </pc:sldChg>
      <pc:sldChg chg="modSp mod">
        <pc:chgData name="Shui Yu" userId="c938b994-a30e-4cc7-a189-187a9b224868" providerId="ADAL" clId="{D378DF58-4452-4BC8-839A-4D178FE0AA68}" dt="2026-07-21T03:51:45.405" v="78" actId="20577"/>
        <pc:sldMkLst>
          <pc:docMk/>
          <pc:sldMk cId="3276160749" sldId="426"/>
        </pc:sldMkLst>
        <pc:spChg chg="mod">
          <ac:chgData name="Shui Yu" userId="c938b994-a30e-4cc7-a189-187a9b224868" providerId="ADAL" clId="{D378DF58-4452-4BC8-839A-4D178FE0AA68}" dt="2026-07-21T03:51:45.405" v="78" actId="20577"/>
          <ac:spMkLst>
            <pc:docMk/>
            <pc:sldMk cId="3276160749" sldId="426"/>
            <ac:spMk id="3" creationId="{00000000-0000-0000-0000-000000000000}"/>
          </ac:spMkLst>
        </pc:spChg>
      </pc:sldChg>
      <pc:sldChg chg="modSp mod">
        <pc:chgData name="Shui Yu" userId="c938b994-a30e-4cc7-a189-187a9b224868" providerId="ADAL" clId="{D378DF58-4452-4BC8-839A-4D178FE0AA68}" dt="2026-07-21T03:52:18.515" v="95" actId="20577"/>
        <pc:sldMkLst>
          <pc:docMk/>
          <pc:sldMk cId="3979873042" sldId="427"/>
        </pc:sldMkLst>
        <pc:spChg chg="mod">
          <ac:chgData name="Shui Yu" userId="c938b994-a30e-4cc7-a189-187a9b224868" providerId="ADAL" clId="{D378DF58-4452-4BC8-839A-4D178FE0AA68}" dt="2026-07-21T03:52:18.515" v="95" actId="20577"/>
          <ac:spMkLst>
            <pc:docMk/>
            <pc:sldMk cId="3979873042" sldId="427"/>
            <ac:spMk id="3" creationId="{00000000-0000-0000-0000-000000000000}"/>
          </ac:spMkLst>
        </pc:spChg>
      </pc:sldChg>
      <pc:sldChg chg="modSp mod">
        <pc:chgData name="Shui Yu" userId="c938b994-a30e-4cc7-a189-187a9b224868" providerId="ADAL" clId="{D378DF58-4452-4BC8-839A-4D178FE0AA68}" dt="2026-07-21T03:54:26.954" v="109" actId="20577"/>
        <pc:sldMkLst>
          <pc:docMk/>
          <pc:sldMk cId="179239252" sldId="432"/>
        </pc:sldMkLst>
        <pc:spChg chg="mod">
          <ac:chgData name="Shui Yu" userId="c938b994-a30e-4cc7-a189-187a9b224868" providerId="ADAL" clId="{D378DF58-4452-4BC8-839A-4D178FE0AA68}" dt="2026-07-21T03:54:26.954" v="109" actId="20577"/>
          <ac:spMkLst>
            <pc:docMk/>
            <pc:sldMk cId="179239252" sldId="432"/>
            <ac:spMk id="3" creationId="{00000000-0000-0000-0000-000000000000}"/>
          </ac:spMkLst>
        </pc:spChg>
      </pc:sldChg>
      <pc:sldChg chg="modSp add mod">
        <pc:chgData name="Shui Yu" userId="c938b994-a30e-4cc7-a189-187a9b224868" providerId="ADAL" clId="{D378DF58-4452-4BC8-839A-4D178FE0AA68}" dt="2026-07-24T03:26:46.305" v="540" actId="20577"/>
        <pc:sldMkLst>
          <pc:docMk/>
          <pc:sldMk cId="1165996936" sldId="438"/>
        </pc:sldMkLst>
        <pc:spChg chg="mod">
          <ac:chgData name="Shui Yu" userId="c938b994-a30e-4cc7-a189-187a9b224868" providerId="ADAL" clId="{D378DF58-4452-4BC8-839A-4D178FE0AA68}" dt="2026-07-24T03:26:46.305" v="540" actId="20577"/>
          <ac:spMkLst>
            <pc:docMk/>
            <pc:sldMk cId="1165996936" sldId="438"/>
            <ac:spMk id="5" creationId="{EAAC2FB8-C383-712F-5695-CB287713B748}"/>
          </ac:spMkLst>
        </pc:spChg>
      </pc:sldChg>
      <pc:sldChg chg="modSp add mod">
        <pc:chgData name="Shui Yu" userId="c938b994-a30e-4cc7-a189-187a9b224868" providerId="ADAL" clId="{D378DF58-4452-4BC8-839A-4D178FE0AA68}" dt="2026-07-27T02:54:15.129" v="543" actId="20577"/>
        <pc:sldMkLst>
          <pc:docMk/>
          <pc:sldMk cId="1592632382" sldId="459"/>
        </pc:sldMkLst>
        <pc:spChg chg="mod">
          <ac:chgData name="Shui Yu" userId="c938b994-a30e-4cc7-a189-187a9b224868" providerId="ADAL" clId="{D378DF58-4452-4BC8-839A-4D178FE0AA68}" dt="2026-07-21T03:57:10.950" v="200" actId="20577"/>
          <ac:spMkLst>
            <pc:docMk/>
            <pc:sldMk cId="1592632382" sldId="459"/>
            <ac:spMk id="2" creationId="{7CFBDA1B-8763-5D4E-1F31-FBF1C98B6587}"/>
          </ac:spMkLst>
        </pc:spChg>
        <pc:spChg chg="mod">
          <ac:chgData name="Shui Yu" userId="c938b994-a30e-4cc7-a189-187a9b224868" providerId="ADAL" clId="{D378DF58-4452-4BC8-839A-4D178FE0AA68}" dt="2026-07-27T02:54:15.129" v="543" actId="20577"/>
          <ac:spMkLst>
            <pc:docMk/>
            <pc:sldMk cId="1592632382" sldId="459"/>
            <ac:spMk id="3" creationId="{7C8FB489-D360-3908-5852-F283CFB99644}"/>
          </ac:spMkLst>
        </pc:spChg>
      </pc:sldChg>
      <pc:sldChg chg="addSp delSp modSp add mod">
        <pc:chgData name="Shui Yu" userId="c938b994-a30e-4cc7-a189-187a9b224868" providerId="ADAL" clId="{D378DF58-4452-4BC8-839A-4D178FE0AA68}" dt="2026-07-21T04:51:56.215" v="538" actId="1076"/>
        <pc:sldMkLst>
          <pc:docMk/>
          <pc:sldMk cId="3719126085" sldId="460"/>
        </pc:sldMkLst>
        <pc:spChg chg="mod">
          <ac:chgData name="Shui Yu" userId="c938b994-a30e-4cc7-a189-187a9b224868" providerId="ADAL" clId="{D378DF58-4452-4BC8-839A-4D178FE0AA68}" dt="2026-07-21T04:29:01.781" v="524" actId="20577"/>
          <ac:spMkLst>
            <pc:docMk/>
            <pc:sldMk cId="3719126085" sldId="460"/>
            <ac:spMk id="2" creationId="{95B2C7AC-C715-0DB0-7609-0524FDE1FDED}"/>
          </ac:spMkLst>
        </pc:spChg>
        <pc:spChg chg="mod">
          <ac:chgData name="Shui Yu" userId="c938b994-a30e-4cc7-a189-187a9b224868" providerId="ADAL" clId="{D378DF58-4452-4BC8-839A-4D178FE0AA68}" dt="2026-07-21T04:51:45.684" v="536" actId="6549"/>
          <ac:spMkLst>
            <pc:docMk/>
            <pc:sldMk cId="3719126085" sldId="460"/>
            <ac:spMk id="3" creationId="{585C3BC1-80C0-41FE-46F1-33C7376C9778}"/>
          </ac:spMkLst>
        </pc:spChg>
        <pc:spChg chg="add mod">
          <ac:chgData name="Shui Yu" userId="c938b994-a30e-4cc7-a189-187a9b224868" providerId="ADAL" clId="{D378DF58-4452-4BC8-839A-4D178FE0AA68}" dt="2026-07-21T04:51:56.215" v="538" actId="1076"/>
          <ac:spMkLst>
            <pc:docMk/>
            <pc:sldMk cId="3719126085" sldId="460"/>
            <ac:spMk id="10" creationId="{13D57600-8843-682E-447F-40671ED43F19}"/>
          </ac:spMkLst>
        </pc:spChg>
        <pc:picChg chg="add mod">
          <ac:chgData name="Shui Yu" userId="c938b994-a30e-4cc7-a189-187a9b224868" providerId="ADAL" clId="{D378DF58-4452-4BC8-839A-4D178FE0AA68}" dt="2026-07-21T04:50:54.462" v="528" actId="1076"/>
          <ac:picMkLst>
            <pc:docMk/>
            <pc:sldMk cId="3719126085" sldId="460"/>
            <ac:picMk id="6" creationId="{F69D81CC-3431-80FD-DAC2-C39BC281EEF9}"/>
          </ac:picMkLst>
        </pc:picChg>
      </pc:sldChg>
      <pc:sldChg chg="add">
        <pc:chgData name="Shui Yu" userId="c938b994-a30e-4cc7-a189-187a9b224868" providerId="ADAL" clId="{D378DF58-4452-4BC8-839A-4D178FE0AA68}" dt="2026-07-24T03:27:41.904" v="541"/>
        <pc:sldMkLst>
          <pc:docMk/>
          <pc:sldMk cId="751095194" sldId="48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3C04933-2342-4CA2-920D-6CFAE4AF42F0}" type="datetimeFigureOut">
              <a:rPr lang="en-US" smtClean="0"/>
              <a:pPr/>
              <a:t>7/27/2026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128C508-9378-416B-A78D-286D55287404}" type="slidenum">
              <a:rPr lang="en-US" smtClean="0"/>
              <a:pPr/>
              <a:t>‹#›</a:t>
            </a:fld>
            <a:endParaRPr lang="en-US" dirty="0"/>
          </a:p>
        </p:txBody>
      </p:sp>
    </p:spTree>
    <p:extLst>
      <p:ext uri="{BB962C8B-B14F-4D97-AF65-F5344CB8AC3E}">
        <p14:creationId xmlns:p14="http://schemas.microsoft.com/office/powerpoint/2010/main" val="3109221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2128C508-9378-416B-A78D-286D55287404}" type="slidenum">
              <a:rPr lang="en-US" smtClean="0"/>
              <a:pPr/>
              <a:t>1</a:t>
            </a:fld>
            <a:endParaRPr lang="en-US" dirty="0"/>
          </a:p>
        </p:txBody>
      </p:sp>
    </p:spTree>
    <p:extLst>
      <p:ext uri="{BB962C8B-B14F-4D97-AF65-F5344CB8AC3E}">
        <p14:creationId xmlns:p14="http://schemas.microsoft.com/office/powerpoint/2010/main" val="6518687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2DC19A9-32A9-484D-B09C-D36619F0147E}" type="slidenum">
              <a:rPr lang="en-AU" smtClean="0"/>
              <a:t>14</a:t>
            </a:fld>
            <a:endParaRPr lang="en-AU"/>
          </a:p>
        </p:txBody>
      </p:sp>
    </p:spTree>
    <p:extLst>
      <p:ext uri="{BB962C8B-B14F-4D97-AF65-F5344CB8AC3E}">
        <p14:creationId xmlns:p14="http://schemas.microsoft.com/office/powerpoint/2010/main" val="40867750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2DC19A9-32A9-484D-B09C-D36619F0147E}" type="slidenum">
              <a:rPr lang="en-AU" smtClean="0"/>
              <a:t>15</a:t>
            </a:fld>
            <a:endParaRPr lang="en-AU"/>
          </a:p>
        </p:txBody>
      </p:sp>
    </p:spTree>
    <p:extLst>
      <p:ext uri="{BB962C8B-B14F-4D97-AF65-F5344CB8AC3E}">
        <p14:creationId xmlns:p14="http://schemas.microsoft.com/office/powerpoint/2010/main" val="23745988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_with image">
    <p:spTree>
      <p:nvGrpSpPr>
        <p:cNvPr id="1" name=""/>
        <p:cNvGrpSpPr/>
        <p:nvPr/>
      </p:nvGrpSpPr>
      <p:grpSpPr>
        <a:xfrm>
          <a:off x="0" y="0"/>
          <a:ext cx="0" cy="0"/>
          <a:chOff x="0" y="0"/>
          <a:chExt cx="0" cy="0"/>
        </a:xfrm>
      </p:grpSpPr>
      <p:pic>
        <p:nvPicPr>
          <p:cNvPr id="3" name="Picture 2" descr="17417 UTS Corp PPT 16x9_new logo.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51120"/>
          </a:xfrm>
          <a:prstGeom prst="rect">
            <a:avLst/>
          </a:prstGeom>
        </p:spPr>
      </p:pic>
      <p:sp>
        <p:nvSpPr>
          <p:cNvPr id="2" name="Title 1"/>
          <p:cNvSpPr>
            <a:spLocks noGrp="1"/>
          </p:cNvSpPr>
          <p:nvPr userDrawn="1">
            <p:ph type="ctrTitle"/>
          </p:nvPr>
        </p:nvSpPr>
        <p:spPr>
          <a:xfrm>
            <a:off x="2617885" y="2279561"/>
            <a:ext cx="5508684" cy="923330"/>
          </a:xfrm>
        </p:spPr>
        <p:txBody>
          <a:bodyPr/>
          <a:lstStyle>
            <a:lvl1pPr>
              <a:lnSpc>
                <a:spcPts val="3600"/>
              </a:lnSpc>
              <a:defRPr sz="3200">
                <a:solidFill>
                  <a:schemeClr val="bg1"/>
                </a:solidFill>
              </a:defRPr>
            </a:lvl1pPr>
          </a:lstStyle>
          <a:p>
            <a:r>
              <a:rPr lang="en-US" noProof="0"/>
              <a:t>Click to edit Master title style</a:t>
            </a:r>
            <a:endParaRPr lang="en-AU" noProof="0" dirty="0"/>
          </a:p>
        </p:txBody>
      </p:sp>
      <p:sp>
        <p:nvSpPr>
          <p:cNvPr id="5" name="Footer Placeholder 4"/>
          <p:cNvSpPr>
            <a:spLocks noGrp="1"/>
          </p:cNvSpPr>
          <p:nvPr userDrawn="1">
            <p:ph type="ftr" sz="quarter" idx="11"/>
          </p:nvPr>
        </p:nvSpPr>
        <p:spPr>
          <a:xfrm>
            <a:off x="5950735" y="4777610"/>
            <a:ext cx="2895600" cy="230832"/>
          </a:xfrm>
        </p:spPr>
        <p:txBody>
          <a:bodyPr/>
          <a:lstStyle>
            <a:lvl1pPr>
              <a:defRPr>
                <a:solidFill>
                  <a:schemeClr val="tx1"/>
                </a:solidFill>
              </a:defRPr>
            </a:lvl1pPr>
          </a:lstStyle>
          <a:p>
            <a:r>
              <a:rPr lang="en-AU" dirty="0"/>
              <a:t>uts.edu.au</a:t>
            </a:r>
          </a:p>
        </p:txBody>
      </p:sp>
      <p:sp>
        <p:nvSpPr>
          <p:cNvPr id="29" name="TextBox 28"/>
          <p:cNvSpPr txBox="1"/>
          <p:nvPr userDrawn="1"/>
        </p:nvSpPr>
        <p:spPr>
          <a:xfrm>
            <a:off x="2575776" y="4822413"/>
            <a:ext cx="2833351" cy="166712"/>
          </a:xfrm>
          <a:prstGeom prst="rect">
            <a:avLst/>
          </a:prstGeom>
          <a:noFill/>
        </p:spPr>
        <p:txBody>
          <a:bodyPr wrap="square" lIns="0" tIns="0" rIns="0" bIns="0" rtlCol="0">
            <a:spAutoFit/>
          </a:bodyPr>
          <a:lstStyle/>
          <a:p>
            <a:pPr>
              <a:lnSpc>
                <a:spcPts val="1320"/>
              </a:lnSpc>
            </a:pPr>
            <a:r>
              <a:rPr lang="en-AU" sz="1100" cap="all" baseline="0" noProof="0" dirty="0">
                <a:solidFill>
                  <a:schemeClr val="bg1"/>
                </a:solidFill>
              </a:rPr>
              <a:t>uts cricos provider code: 00099f</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descr="16-9 footer.jpg"/>
          <p:cNvPicPr>
            <a:picLocks noChangeAspect="1"/>
          </p:cNvPicPr>
          <p:nvPr userDrawn="1"/>
        </p:nvPicPr>
        <p:blipFill>
          <a:blip r:embed="rId2" cstate="print"/>
          <a:stretch>
            <a:fillRect/>
          </a:stretch>
        </p:blipFill>
        <p:spPr>
          <a:xfrm>
            <a:off x="0" y="4604004"/>
            <a:ext cx="9144000" cy="539496"/>
          </a:xfrm>
          <a:prstGeom prst="rect">
            <a:avLst/>
          </a:prstGeom>
        </p:spPr>
      </p:pic>
      <p:sp>
        <p:nvSpPr>
          <p:cNvPr id="2" name="Title 1"/>
          <p:cNvSpPr>
            <a:spLocks noGrp="1"/>
          </p:cNvSpPr>
          <p:nvPr userDrawn="1">
            <p:ph type="title"/>
          </p:nvPr>
        </p:nvSpPr>
        <p:spPr/>
        <p:txBody>
          <a:bodyPr/>
          <a:lstStyle/>
          <a:p>
            <a:r>
              <a:rPr lang="en-US" noProof="0"/>
              <a:t>Click to edit Master title style</a:t>
            </a:r>
            <a:endParaRPr lang="en-AU" noProof="0"/>
          </a:p>
        </p:txBody>
      </p:sp>
      <p:sp>
        <p:nvSpPr>
          <p:cNvPr id="3" name="Content Placeholder 2"/>
          <p:cNvSpPr>
            <a:spLocks noGrp="1"/>
          </p:cNvSpPr>
          <p:nvPr userDrawn="1">
            <p:ph idx="1"/>
          </p:nvPr>
        </p:nvSpPr>
        <p:spPr>
          <a:xfrm>
            <a:off x="666750" y="1293813"/>
            <a:ext cx="7810500" cy="3168717"/>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Footer Placeholder 4"/>
          <p:cNvSpPr>
            <a:spLocks noGrp="1"/>
          </p:cNvSpPr>
          <p:nvPr userDrawn="1">
            <p:ph type="ftr" sz="quarter" idx="11"/>
          </p:nvPr>
        </p:nvSpPr>
        <p:spPr/>
        <p:txBody>
          <a:bodyPr/>
          <a:lstStyle/>
          <a:p>
            <a:r>
              <a:rPr lang="en-AU" noProof="0" dirty="0"/>
              <a:t>uts.edu.au</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large text">
    <p:bg>
      <p:bgPr>
        <a:solidFill>
          <a:schemeClr val="bg1"/>
        </a:solidFill>
        <a:effectLst/>
      </p:bgPr>
    </p:bg>
    <p:spTree>
      <p:nvGrpSpPr>
        <p:cNvPr id="1" name=""/>
        <p:cNvGrpSpPr/>
        <p:nvPr/>
      </p:nvGrpSpPr>
      <p:grpSpPr>
        <a:xfrm>
          <a:off x="0" y="0"/>
          <a:ext cx="0" cy="0"/>
          <a:chOff x="0" y="0"/>
          <a:chExt cx="0" cy="0"/>
        </a:xfrm>
      </p:grpSpPr>
      <p:grpSp>
        <p:nvGrpSpPr>
          <p:cNvPr id="163" name="Group 162"/>
          <p:cNvGrpSpPr/>
          <p:nvPr userDrawn="1"/>
        </p:nvGrpSpPr>
        <p:grpSpPr>
          <a:xfrm>
            <a:off x="200038" y="1"/>
            <a:ext cx="8936223" cy="1706166"/>
            <a:chOff x="533400" y="0"/>
            <a:chExt cx="23828375" cy="4549775"/>
          </a:xfrm>
        </p:grpSpPr>
        <p:sp>
          <p:nvSpPr>
            <p:cNvPr id="164" name="AutoShape 1"/>
            <p:cNvSpPr>
              <a:spLocks/>
            </p:cNvSpPr>
            <p:nvPr userDrawn="1"/>
          </p:nvSpPr>
          <p:spPr bwMode="auto">
            <a:xfrm>
              <a:off x="5118100" y="0"/>
              <a:ext cx="511175" cy="450850"/>
            </a:xfrm>
            <a:custGeom>
              <a:avLst/>
              <a:gdLst/>
              <a:ahLst/>
              <a:cxnLst/>
              <a:rect l="0" t="0" r="r" b="b"/>
              <a:pathLst>
                <a:path w="21600" h="21600">
                  <a:moveTo>
                    <a:pt x="0" y="0"/>
                  </a:moveTo>
                  <a:lnTo>
                    <a:pt x="66" y="21600"/>
                  </a:lnTo>
                  <a:lnTo>
                    <a:pt x="21600" y="21515"/>
                  </a:lnTo>
                  <a:lnTo>
                    <a:pt x="21534" y="0"/>
                  </a:lnTo>
                  <a:cubicBezTo>
                    <a:pt x="21534" y="0"/>
                    <a:pt x="0" y="0"/>
                    <a:pt x="0" y="0"/>
                  </a:cubicBezTo>
                  <a:close/>
                  <a:moveTo>
                    <a:pt x="0"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350"/>
            </a:p>
          </p:txBody>
        </p:sp>
        <p:sp>
          <p:nvSpPr>
            <p:cNvPr id="165" name="AutoShape 2"/>
            <p:cNvSpPr>
              <a:spLocks/>
            </p:cNvSpPr>
            <p:nvPr userDrawn="1"/>
          </p:nvSpPr>
          <p:spPr bwMode="auto">
            <a:xfrm>
              <a:off x="3581400" y="0"/>
              <a:ext cx="511175" cy="457200"/>
            </a:xfrm>
            <a:custGeom>
              <a:avLst/>
              <a:gdLst/>
              <a:ahLst/>
              <a:cxnLst/>
              <a:rect l="0" t="0" r="r" b="b"/>
              <a:pathLst>
                <a:path w="21600" h="21600">
                  <a:moveTo>
                    <a:pt x="0" y="0"/>
                  </a:moveTo>
                  <a:lnTo>
                    <a:pt x="68" y="21600"/>
                  </a:lnTo>
                  <a:lnTo>
                    <a:pt x="21600" y="21516"/>
                  </a:lnTo>
                  <a:lnTo>
                    <a:pt x="21533" y="0"/>
                  </a:lnTo>
                  <a:cubicBezTo>
                    <a:pt x="21533" y="0"/>
                    <a:pt x="0" y="0"/>
                    <a:pt x="0" y="0"/>
                  </a:cubicBezTo>
                  <a:close/>
                  <a:moveTo>
                    <a:pt x="0"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350"/>
            </a:p>
          </p:txBody>
        </p:sp>
        <p:sp>
          <p:nvSpPr>
            <p:cNvPr id="166" name="AutoShape 3"/>
            <p:cNvSpPr>
              <a:spLocks/>
            </p:cNvSpPr>
            <p:nvPr userDrawn="1"/>
          </p:nvSpPr>
          <p:spPr bwMode="auto">
            <a:xfrm>
              <a:off x="4610100" y="965200"/>
              <a:ext cx="511175" cy="511175"/>
            </a:xfrm>
            <a:custGeom>
              <a:avLst/>
              <a:gdLst/>
              <a:ahLst/>
              <a:cxnLst/>
              <a:rect l="0" t="0" r="r" b="b"/>
              <a:pathLst>
                <a:path w="21600" h="21600">
                  <a:moveTo>
                    <a:pt x="21525" y="0"/>
                  </a:moveTo>
                  <a:lnTo>
                    <a:pt x="21600" y="21525"/>
                  </a:lnTo>
                  <a:lnTo>
                    <a:pt x="75" y="21600"/>
                  </a:lnTo>
                  <a:lnTo>
                    <a:pt x="0" y="75"/>
                  </a:lnTo>
                  <a:cubicBezTo>
                    <a:pt x="0" y="75"/>
                    <a:pt x="21525" y="0"/>
                    <a:pt x="21525" y="0"/>
                  </a:cubicBezTo>
                  <a:close/>
                  <a:moveTo>
                    <a:pt x="21525"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350"/>
            </a:p>
          </p:txBody>
        </p:sp>
        <p:sp>
          <p:nvSpPr>
            <p:cNvPr id="167" name="AutoShape 4"/>
            <p:cNvSpPr>
              <a:spLocks/>
            </p:cNvSpPr>
            <p:nvPr userDrawn="1"/>
          </p:nvSpPr>
          <p:spPr bwMode="auto">
            <a:xfrm>
              <a:off x="533400" y="4038600"/>
              <a:ext cx="511175" cy="511175"/>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350"/>
            </a:p>
          </p:txBody>
        </p:sp>
        <p:sp>
          <p:nvSpPr>
            <p:cNvPr id="169" name="AutoShape 6"/>
            <p:cNvSpPr>
              <a:spLocks/>
            </p:cNvSpPr>
            <p:nvPr userDrawn="1"/>
          </p:nvSpPr>
          <p:spPr bwMode="auto">
            <a:xfrm>
              <a:off x="16700500" y="25400"/>
              <a:ext cx="511175" cy="477838"/>
            </a:xfrm>
            <a:custGeom>
              <a:avLst/>
              <a:gdLst/>
              <a:ahLst/>
              <a:cxnLst/>
              <a:rect l="0" t="0" r="r" b="b"/>
              <a:pathLst>
                <a:path w="21600" h="21600">
                  <a:moveTo>
                    <a:pt x="0" y="0"/>
                  </a:moveTo>
                  <a:lnTo>
                    <a:pt x="71" y="21600"/>
                  </a:lnTo>
                  <a:lnTo>
                    <a:pt x="21600" y="21520"/>
                  </a:lnTo>
                  <a:lnTo>
                    <a:pt x="21530" y="0"/>
                  </a:lnTo>
                  <a:cubicBezTo>
                    <a:pt x="21530" y="0"/>
                    <a:pt x="0" y="0"/>
                    <a:pt x="0" y="0"/>
                  </a:cubicBezTo>
                  <a:close/>
                  <a:moveTo>
                    <a:pt x="0" y="0"/>
                  </a:moveTo>
                </a:path>
              </a:pathLst>
            </a:custGeom>
            <a:solidFill>
              <a:srgbClr val="FFFFFF"/>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350"/>
            </a:p>
          </p:txBody>
        </p:sp>
        <p:sp>
          <p:nvSpPr>
            <p:cNvPr id="170" name="AutoShape 7"/>
            <p:cNvSpPr>
              <a:spLocks/>
            </p:cNvSpPr>
            <p:nvPr userDrawn="1"/>
          </p:nvSpPr>
          <p:spPr bwMode="auto">
            <a:xfrm>
              <a:off x="16192500" y="25400"/>
              <a:ext cx="511175" cy="479425"/>
            </a:xfrm>
            <a:custGeom>
              <a:avLst/>
              <a:gdLst/>
              <a:ahLst/>
              <a:cxnLst/>
              <a:rect l="0" t="0" r="r" b="b"/>
              <a:pathLst>
                <a:path w="21600" h="21600">
                  <a:moveTo>
                    <a:pt x="0" y="0"/>
                  </a:moveTo>
                  <a:lnTo>
                    <a:pt x="71" y="21600"/>
                  </a:lnTo>
                  <a:lnTo>
                    <a:pt x="21600" y="21519"/>
                  </a:lnTo>
                  <a:lnTo>
                    <a:pt x="21529" y="0"/>
                  </a:lnTo>
                  <a:cubicBezTo>
                    <a:pt x="21529" y="0"/>
                    <a:pt x="0" y="0"/>
                    <a:pt x="0" y="0"/>
                  </a:cubicBezTo>
                  <a:close/>
                  <a:moveTo>
                    <a:pt x="0" y="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350"/>
            </a:p>
          </p:txBody>
        </p:sp>
        <p:sp>
          <p:nvSpPr>
            <p:cNvPr id="171" name="AutoShape 8"/>
            <p:cNvSpPr>
              <a:spLocks/>
            </p:cNvSpPr>
            <p:nvPr userDrawn="1"/>
          </p:nvSpPr>
          <p:spPr bwMode="auto">
            <a:xfrm>
              <a:off x="20789900" y="482600"/>
              <a:ext cx="511175" cy="511175"/>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350"/>
            </a:p>
          </p:txBody>
        </p:sp>
        <p:sp>
          <p:nvSpPr>
            <p:cNvPr id="172" name="AutoShape 9"/>
            <p:cNvSpPr>
              <a:spLocks/>
            </p:cNvSpPr>
            <p:nvPr userDrawn="1"/>
          </p:nvSpPr>
          <p:spPr bwMode="auto">
            <a:xfrm>
              <a:off x="15684500" y="495300"/>
              <a:ext cx="511175" cy="511175"/>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350"/>
            </a:p>
          </p:txBody>
        </p:sp>
        <p:sp>
          <p:nvSpPr>
            <p:cNvPr id="173" name="AutoShape 10"/>
            <p:cNvSpPr>
              <a:spLocks/>
            </p:cNvSpPr>
            <p:nvPr userDrawn="1"/>
          </p:nvSpPr>
          <p:spPr bwMode="auto">
            <a:xfrm>
              <a:off x="14655800" y="508000"/>
              <a:ext cx="511175" cy="511175"/>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350"/>
            </a:p>
          </p:txBody>
        </p:sp>
        <p:sp>
          <p:nvSpPr>
            <p:cNvPr id="174" name="AutoShape 11"/>
            <p:cNvSpPr>
              <a:spLocks/>
            </p:cNvSpPr>
            <p:nvPr userDrawn="1"/>
          </p:nvSpPr>
          <p:spPr bwMode="auto">
            <a:xfrm>
              <a:off x="19253200" y="1003300"/>
              <a:ext cx="511175" cy="511175"/>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350"/>
            </a:p>
          </p:txBody>
        </p:sp>
        <p:sp>
          <p:nvSpPr>
            <p:cNvPr id="175" name="AutoShape 12"/>
            <p:cNvSpPr>
              <a:spLocks/>
            </p:cNvSpPr>
            <p:nvPr userDrawn="1"/>
          </p:nvSpPr>
          <p:spPr bwMode="auto">
            <a:xfrm>
              <a:off x="21297900" y="1497013"/>
              <a:ext cx="511175" cy="512762"/>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350"/>
            </a:p>
          </p:txBody>
        </p:sp>
        <p:sp>
          <p:nvSpPr>
            <p:cNvPr id="176" name="AutoShape 13"/>
            <p:cNvSpPr>
              <a:spLocks/>
            </p:cNvSpPr>
            <p:nvPr userDrawn="1"/>
          </p:nvSpPr>
          <p:spPr bwMode="auto">
            <a:xfrm>
              <a:off x="20281900" y="1511300"/>
              <a:ext cx="511175" cy="511175"/>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350"/>
            </a:p>
          </p:txBody>
        </p:sp>
        <p:sp>
          <p:nvSpPr>
            <p:cNvPr id="177" name="AutoShape 14"/>
            <p:cNvSpPr>
              <a:spLocks/>
            </p:cNvSpPr>
            <p:nvPr userDrawn="1"/>
          </p:nvSpPr>
          <p:spPr bwMode="auto">
            <a:xfrm>
              <a:off x="19253200" y="1509713"/>
              <a:ext cx="511175" cy="512762"/>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350"/>
            </a:p>
          </p:txBody>
        </p:sp>
        <p:sp>
          <p:nvSpPr>
            <p:cNvPr id="178" name="AutoShape 15"/>
            <p:cNvSpPr>
              <a:spLocks/>
            </p:cNvSpPr>
            <p:nvPr userDrawn="1"/>
          </p:nvSpPr>
          <p:spPr bwMode="auto">
            <a:xfrm>
              <a:off x="17729200" y="1509713"/>
              <a:ext cx="511175" cy="512762"/>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350"/>
            </a:p>
          </p:txBody>
        </p:sp>
        <p:sp>
          <p:nvSpPr>
            <p:cNvPr id="179" name="AutoShape 16"/>
            <p:cNvSpPr>
              <a:spLocks/>
            </p:cNvSpPr>
            <p:nvPr userDrawn="1"/>
          </p:nvSpPr>
          <p:spPr bwMode="auto">
            <a:xfrm>
              <a:off x="15176500" y="1524000"/>
              <a:ext cx="511175" cy="511175"/>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350"/>
            </a:p>
          </p:txBody>
        </p:sp>
        <p:sp>
          <p:nvSpPr>
            <p:cNvPr id="180" name="AutoShape 17"/>
            <p:cNvSpPr>
              <a:spLocks/>
            </p:cNvSpPr>
            <p:nvPr userDrawn="1"/>
          </p:nvSpPr>
          <p:spPr bwMode="auto">
            <a:xfrm>
              <a:off x="20789900" y="2019300"/>
              <a:ext cx="511175" cy="511175"/>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350"/>
            </a:p>
          </p:txBody>
        </p:sp>
        <p:sp>
          <p:nvSpPr>
            <p:cNvPr id="181" name="AutoShape 18"/>
            <p:cNvSpPr>
              <a:spLocks/>
            </p:cNvSpPr>
            <p:nvPr userDrawn="1"/>
          </p:nvSpPr>
          <p:spPr bwMode="auto">
            <a:xfrm>
              <a:off x="18745200" y="2019300"/>
              <a:ext cx="511175" cy="511175"/>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350"/>
            </a:p>
          </p:txBody>
        </p:sp>
        <p:sp>
          <p:nvSpPr>
            <p:cNvPr id="182" name="AutoShape 19"/>
            <p:cNvSpPr>
              <a:spLocks/>
            </p:cNvSpPr>
            <p:nvPr userDrawn="1"/>
          </p:nvSpPr>
          <p:spPr bwMode="auto">
            <a:xfrm>
              <a:off x="21297900" y="2527300"/>
              <a:ext cx="511175" cy="511175"/>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rgbClr val="FFFFFF"/>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350"/>
            </a:p>
          </p:txBody>
        </p:sp>
        <p:sp>
          <p:nvSpPr>
            <p:cNvPr id="183" name="AutoShape 20"/>
            <p:cNvSpPr>
              <a:spLocks/>
            </p:cNvSpPr>
            <p:nvPr userDrawn="1"/>
          </p:nvSpPr>
          <p:spPr bwMode="auto">
            <a:xfrm>
              <a:off x="20789900" y="2527300"/>
              <a:ext cx="511175" cy="511175"/>
            </a:xfrm>
            <a:custGeom>
              <a:avLst/>
              <a:gdLst/>
              <a:ahLst/>
              <a:cxnLst/>
              <a:rect l="0" t="0" r="r" b="b"/>
              <a:pathLst>
                <a:path w="21600" h="21600">
                  <a:moveTo>
                    <a:pt x="21525" y="0"/>
                  </a:moveTo>
                  <a:lnTo>
                    <a:pt x="21600" y="21525"/>
                  </a:lnTo>
                  <a:lnTo>
                    <a:pt x="76" y="21600"/>
                  </a:lnTo>
                  <a:lnTo>
                    <a:pt x="0" y="75"/>
                  </a:lnTo>
                  <a:cubicBezTo>
                    <a:pt x="0" y="75"/>
                    <a:pt x="21525" y="0"/>
                    <a:pt x="21525" y="0"/>
                  </a:cubicBezTo>
                  <a:close/>
                  <a:moveTo>
                    <a:pt x="21525" y="0"/>
                  </a:moveTo>
                </a:path>
              </a:pathLst>
            </a:custGeom>
            <a:solidFill>
              <a:schemeClr val="accent1"/>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350"/>
            </a:p>
          </p:txBody>
        </p:sp>
        <p:sp>
          <p:nvSpPr>
            <p:cNvPr id="184" name="AutoShape 21"/>
            <p:cNvSpPr>
              <a:spLocks/>
            </p:cNvSpPr>
            <p:nvPr userDrawn="1"/>
          </p:nvSpPr>
          <p:spPr bwMode="auto">
            <a:xfrm>
              <a:off x="23850600" y="3022600"/>
              <a:ext cx="511175" cy="479425"/>
            </a:xfrm>
            <a:custGeom>
              <a:avLst/>
              <a:gdLst/>
              <a:ahLst/>
              <a:cxnLst/>
              <a:rect l="0" t="0" r="r" b="b"/>
              <a:pathLst>
                <a:path w="21600" h="21600">
                  <a:moveTo>
                    <a:pt x="0" y="80"/>
                  </a:moveTo>
                  <a:lnTo>
                    <a:pt x="71" y="21600"/>
                  </a:lnTo>
                  <a:lnTo>
                    <a:pt x="21600" y="21600"/>
                  </a:lnTo>
                  <a:lnTo>
                    <a:pt x="21529" y="0"/>
                  </a:lnTo>
                  <a:cubicBezTo>
                    <a:pt x="21529" y="0"/>
                    <a:pt x="0" y="80"/>
                    <a:pt x="0" y="80"/>
                  </a:cubicBezTo>
                  <a:close/>
                  <a:moveTo>
                    <a:pt x="0" y="80"/>
                  </a:moveTo>
                </a:path>
              </a:pathLst>
            </a:custGeom>
            <a:solidFill>
              <a:srgbClr val="FFFFFF"/>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350"/>
            </a:p>
          </p:txBody>
        </p:sp>
        <p:sp>
          <p:nvSpPr>
            <p:cNvPr id="185" name="AutoShape 22"/>
            <p:cNvSpPr>
              <a:spLocks/>
            </p:cNvSpPr>
            <p:nvPr userDrawn="1"/>
          </p:nvSpPr>
          <p:spPr bwMode="auto">
            <a:xfrm>
              <a:off x="23342600" y="3021013"/>
              <a:ext cx="511175" cy="479425"/>
            </a:xfrm>
            <a:custGeom>
              <a:avLst/>
              <a:gdLst/>
              <a:ahLst/>
              <a:cxnLst/>
              <a:rect l="0" t="0" r="r" b="b"/>
              <a:pathLst>
                <a:path w="21600" h="21600">
                  <a:moveTo>
                    <a:pt x="0" y="80"/>
                  </a:moveTo>
                  <a:lnTo>
                    <a:pt x="70" y="21600"/>
                  </a:lnTo>
                  <a:lnTo>
                    <a:pt x="21600" y="21600"/>
                  </a:lnTo>
                  <a:lnTo>
                    <a:pt x="21529" y="0"/>
                  </a:lnTo>
                  <a:cubicBezTo>
                    <a:pt x="21529" y="0"/>
                    <a:pt x="0" y="80"/>
                    <a:pt x="0" y="80"/>
                  </a:cubicBezTo>
                  <a:close/>
                  <a:moveTo>
                    <a:pt x="0" y="80"/>
                  </a:moveTo>
                </a:path>
              </a:pathLst>
            </a:custGeom>
            <a:solidFill>
              <a:srgbClr val="000000"/>
            </a:solidFill>
            <a:ln>
              <a:noFill/>
            </a:ln>
            <a:extLs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lstStyle/>
            <a:p>
              <a:endParaRPr lang="en-US" sz="1350"/>
            </a:p>
          </p:txBody>
        </p:sp>
      </p:grpSp>
      <p:sp>
        <p:nvSpPr>
          <p:cNvPr id="2" name="Title 1"/>
          <p:cNvSpPr>
            <a:spLocks noGrp="1"/>
          </p:cNvSpPr>
          <p:nvPr userDrawn="1">
            <p:ph type="ctrTitle"/>
          </p:nvPr>
        </p:nvSpPr>
        <p:spPr>
          <a:xfrm>
            <a:off x="504522" y="904457"/>
            <a:ext cx="3918169" cy="784830"/>
          </a:xfrm>
        </p:spPr>
        <p:txBody>
          <a:bodyPr lIns="0" tIns="0" rIns="0" bIns="0" anchor="t" anchorCtr="0">
            <a:noAutofit/>
          </a:bodyPr>
          <a:lstStyle>
            <a:lvl1pPr marL="0" indent="0" algn="l">
              <a:lnSpc>
                <a:spcPts val="2475"/>
              </a:lnSpc>
              <a:tabLst>
                <a:tab pos="946547" algn="l"/>
                <a:tab pos="1398984" algn="l"/>
              </a:tabLst>
              <a:defRPr sz="2250">
                <a:solidFill>
                  <a:schemeClr val="accent1"/>
                </a:solidFill>
              </a:defRPr>
            </a:lvl1pPr>
          </a:lstStyle>
          <a:p>
            <a:r>
              <a:rPr lang="en-US" dirty="0"/>
              <a:t>Click to edit Master title style</a:t>
            </a:r>
          </a:p>
        </p:txBody>
      </p:sp>
      <p:sp>
        <p:nvSpPr>
          <p:cNvPr id="162" name="Text Placeholder 5"/>
          <p:cNvSpPr>
            <a:spLocks noGrp="1"/>
          </p:cNvSpPr>
          <p:nvPr>
            <p:ph type="body" sz="quarter" idx="12"/>
          </p:nvPr>
        </p:nvSpPr>
        <p:spPr>
          <a:xfrm>
            <a:off x="257192" y="1777745"/>
            <a:ext cx="8194877" cy="2186338"/>
          </a:xfrm>
        </p:spPr>
        <p:txBody>
          <a:bodyPr lIns="0" tIns="0" rIns="0" bIns="0" numCol="1" spcCol="720000">
            <a:noAutofit/>
          </a:bodyPr>
          <a:lstStyle>
            <a:lvl1pPr marL="255984" indent="0">
              <a:lnSpc>
                <a:spcPct val="100000"/>
              </a:lnSpc>
              <a:spcBef>
                <a:spcPts val="450"/>
              </a:spcBef>
              <a:spcAft>
                <a:spcPts val="225"/>
              </a:spcAft>
              <a:buNone/>
              <a:tabLst/>
              <a:defRPr sz="1500">
                <a:solidFill>
                  <a:schemeClr val="tx1"/>
                </a:solidFill>
              </a:defRPr>
            </a:lvl1pPr>
            <a:lvl2pPr marL="238125" indent="-238125">
              <a:lnSpc>
                <a:spcPct val="100000"/>
              </a:lnSpc>
              <a:spcBef>
                <a:spcPts val="450"/>
              </a:spcBef>
              <a:spcAft>
                <a:spcPts val="225"/>
              </a:spcAft>
              <a:buClr>
                <a:schemeClr val="accent1"/>
              </a:buClr>
              <a:buFont typeface="Arial" charset="0"/>
              <a:buChar char="•"/>
              <a:tabLst/>
              <a:defRPr sz="1500">
                <a:solidFill>
                  <a:schemeClr val="tx1"/>
                </a:solidFill>
              </a:defRPr>
            </a:lvl2pPr>
            <a:lvl3pPr marL="404813" indent="-136922">
              <a:lnSpc>
                <a:spcPct val="100000"/>
              </a:lnSpc>
              <a:spcBef>
                <a:spcPts val="450"/>
              </a:spcBef>
              <a:spcAft>
                <a:spcPts val="225"/>
              </a:spcAft>
              <a:buClr>
                <a:schemeClr val="tx1"/>
              </a:buClr>
              <a:tabLst/>
              <a:defRPr sz="1500">
                <a:solidFill>
                  <a:schemeClr val="tx1"/>
                </a:solidFill>
              </a:defRPr>
            </a:lvl3pPr>
            <a:lvl4pPr marL="619125" indent="-196453">
              <a:lnSpc>
                <a:spcPct val="100000"/>
              </a:lnSpc>
              <a:spcBef>
                <a:spcPts val="450"/>
              </a:spcBef>
              <a:spcAft>
                <a:spcPts val="0"/>
              </a:spcAft>
              <a:buFont typeface=".AppleSystemUIFont" charset="-120"/>
              <a:buChar char="–"/>
              <a:tabLst/>
              <a:defRPr sz="1500">
                <a:solidFill>
                  <a:schemeClr val="tx1"/>
                </a:solidFill>
              </a:defRPr>
            </a:lvl4pPr>
            <a:lvl5pPr marL="619125" indent="-214313">
              <a:lnSpc>
                <a:spcPct val="100000"/>
              </a:lnSpc>
              <a:spcBef>
                <a:spcPts val="450"/>
              </a:spcBef>
              <a:buFont typeface="+mj-lt"/>
              <a:buAutoNum type="arabicPeriod"/>
              <a:tabLst/>
              <a:defRPr sz="15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6" name="Text Placeholder 9"/>
          <p:cNvSpPr>
            <a:spLocks noGrp="1"/>
          </p:cNvSpPr>
          <p:nvPr>
            <p:ph type="body" sz="quarter" idx="11"/>
          </p:nvPr>
        </p:nvSpPr>
        <p:spPr>
          <a:xfrm>
            <a:off x="245161" y="221081"/>
            <a:ext cx="4051366" cy="201811"/>
          </a:xfrm>
        </p:spPr>
        <p:txBody>
          <a:bodyPr lIns="0" tIns="0" rIns="0" bIns="0" anchor="ctr" anchorCtr="0">
            <a:noAutofit/>
          </a:bodyPr>
          <a:lstStyle>
            <a:lvl1pPr marL="0" indent="0">
              <a:buNone/>
              <a:defRPr sz="525" cap="all" baseline="0">
                <a:solidFill>
                  <a:schemeClr val="accent1"/>
                </a:solidFill>
              </a:defRPr>
            </a:lvl1pPr>
          </a:lstStyle>
          <a:p>
            <a:pPr lvl="0"/>
            <a:r>
              <a:rPr lang="en-US" dirty="0"/>
              <a:t>Click to edit Master text styles</a:t>
            </a:r>
          </a:p>
        </p:txBody>
      </p:sp>
      <p:sp>
        <p:nvSpPr>
          <p:cNvPr id="187" name="TextBox 186"/>
          <p:cNvSpPr txBox="1"/>
          <p:nvPr userDrawn="1"/>
        </p:nvSpPr>
        <p:spPr>
          <a:xfrm>
            <a:off x="8008246" y="279027"/>
            <a:ext cx="878584" cy="80791"/>
          </a:xfrm>
          <a:prstGeom prst="rect">
            <a:avLst/>
          </a:prstGeom>
          <a:noFill/>
        </p:spPr>
        <p:txBody>
          <a:bodyPr wrap="square" lIns="0" tIns="0" rIns="0" bIns="0" rtlCol="0">
            <a:spAutoFit/>
          </a:bodyPr>
          <a:lstStyle/>
          <a:p>
            <a:pPr marL="0" marR="0" lvl="0" indent="0" algn="r" defTabSz="685766" rtl="0" eaLnBrk="1" fontAlgn="auto" latinLnBrk="0" hangingPunct="1">
              <a:lnSpc>
                <a:spcPct val="100000"/>
              </a:lnSpc>
              <a:spcBef>
                <a:spcPts val="0"/>
              </a:spcBef>
              <a:spcAft>
                <a:spcPts val="0"/>
              </a:spcAft>
              <a:buClrTx/>
              <a:buSzTx/>
              <a:buFontTx/>
              <a:buNone/>
              <a:tabLst/>
              <a:defRPr/>
            </a:pPr>
            <a:fld id="{15B00FCE-1FC4-5243-BFE3-0A2F0D5084C4}" type="slidenum">
              <a:rPr lang="en-US" sz="525" smtClean="0">
                <a:solidFill>
                  <a:schemeClr val="accent1"/>
                </a:solidFill>
              </a:rPr>
              <a:pPr marL="0" marR="0" lvl="0" indent="0" algn="r" defTabSz="685766" rtl="0" eaLnBrk="1" fontAlgn="auto" latinLnBrk="0" hangingPunct="1">
                <a:lnSpc>
                  <a:spcPct val="100000"/>
                </a:lnSpc>
                <a:spcBef>
                  <a:spcPts val="0"/>
                </a:spcBef>
                <a:spcAft>
                  <a:spcPts val="0"/>
                </a:spcAft>
                <a:buClrTx/>
                <a:buSzTx/>
                <a:buFontTx/>
                <a:buNone/>
                <a:tabLst/>
                <a:defRPr/>
              </a:pPr>
              <a:t>‹#›</a:t>
            </a:fld>
            <a:endParaRPr lang="en-US" sz="525" dirty="0">
              <a:solidFill>
                <a:schemeClr val="accent1"/>
              </a:solidFill>
            </a:endParaRPr>
          </a:p>
        </p:txBody>
      </p:sp>
    </p:spTree>
    <p:extLst>
      <p:ext uri="{BB962C8B-B14F-4D97-AF65-F5344CB8AC3E}">
        <p14:creationId xmlns:p14="http://schemas.microsoft.com/office/powerpoint/2010/main" val="1458614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C4C8C-5121-1AD4-1A9D-F8207DD5D1D8}"/>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2BCB6DC4-F754-84CB-A756-8F6459100CA1}"/>
              </a:ext>
            </a:extLst>
          </p:cNvPr>
          <p:cNvSpPr>
            <a:spLocks noGrp="1"/>
          </p:cNvSpPr>
          <p:nvPr>
            <p:ph type="dt" sz="half" idx="10"/>
          </p:nvPr>
        </p:nvSpPr>
        <p:spPr/>
        <p:txBody>
          <a:bodyPr/>
          <a:lstStyle/>
          <a:p>
            <a:endParaRPr lang="en-AU"/>
          </a:p>
        </p:txBody>
      </p:sp>
      <p:sp>
        <p:nvSpPr>
          <p:cNvPr id="4" name="Footer Placeholder 3">
            <a:extLst>
              <a:ext uri="{FF2B5EF4-FFF2-40B4-BE49-F238E27FC236}">
                <a16:creationId xmlns:a16="http://schemas.microsoft.com/office/drawing/2014/main" id="{5797A5CE-F45B-9551-601B-20EDBB0548AA}"/>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E645657E-CE41-1268-27E1-6908338E298E}"/>
              </a:ext>
            </a:extLst>
          </p:cNvPr>
          <p:cNvSpPr>
            <a:spLocks noGrp="1"/>
          </p:cNvSpPr>
          <p:nvPr>
            <p:ph type="sldNum" sz="quarter" idx="12"/>
          </p:nvPr>
        </p:nvSpPr>
        <p:spPr/>
        <p:txBody>
          <a:bodyPr/>
          <a:lstStyle/>
          <a:p>
            <a:fld id="{3F194021-86F1-435D-A406-B4777E6B2643}" type="slidenum">
              <a:rPr lang="en-AU" smtClean="0"/>
              <a:t>‹#›</a:t>
            </a:fld>
            <a:endParaRPr lang="en-AU"/>
          </a:p>
        </p:txBody>
      </p:sp>
    </p:spTree>
    <p:extLst>
      <p:ext uri="{BB962C8B-B14F-4D97-AF65-F5344CB8AC3E}">
        <p14:creationId xmlns:p14="http://schemas.microsoft.com/office/powerpoint/2010/main" val="1288248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7BEED2-F2BB-F76B-BD0C-725284A902E0}"/>
              </a:ext>
            </a:extLst>
          </p:cNvPr>
          <p:cNvSpPr>
            <a:spLocks noGrp="1"/>
          </p:cNvSpPr>
          <p:nvPr>
            <p:ph type="dt" sz="half" idx="10"/>
          </p:nvPr>
        </p:nvSpPr>
        <p:spPr/>
        <p:txBody>
          <a:bodyPr/>
          <a:lstStyle/>
          <a:p>
            <a:endParaRPr lang="en-AU"/>
          </a:p>
        </p:txBody>
      </p:sp>
      <p:sp>
        <p:nvSpPr>
          <p:cNvPr id="3" name="Footer Placeholder 2">
            <a:extLst>
              <a:ext uri="{FF2B5EF4-FFF2-40B4-BE49-F238E27FC236}">
                <a16:creationId xmlns:a16="http://schemas.microsoft.com/office/drawing/2014/main" id="{AAB9E9C6-609D-93DD-7E43-E3D074021AED}"/>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E077F436-9926-58EF-C4CF-B31B152C5405}"/>
              </a:ext>
            </a:extLst>
          </p:cNvPr>
          <p:cNvSpPr>
            <a:spLocks noGrp="1"/>
          </p:cNvSpPr>
          <p:nvPr>
            <p:ph type="sldNum" sz="quarter" idx="12"/>
          </p:nvPr>
        </p:nvSpPr>
        <p:spPr/>
        <p:txBody>
          <a:bodyPr/>
          <a:lstStyle/>
          <a:p>
            <a:fld id="{3F194021-86F1-435D-A406-B4777E6B2643}" type="slidenum">
              <a:rPr lang="en-AU" smtClean="0"/>
              <a:t>‹#›</a:t>
            </a:fld>
            <a:endParaRPr lang="en-AU"/>
          </a:p>
        </p:txBody>
      </p:sp>
    </p:spTree>
    <p:extLst>
      <p:ext uri="{BB962C8B-B14F-4D97-AF65-F5344CB8AC3E}">
        <p14:creationId xmlns:p14="http://schemas.microsoft.com/office/powerpoint/2010/main" val="240331418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6750" y="346750"/>
            <a:ext cx="7810500" cy="359073"/>
          </a:xfrm>
          <a:prstGeom prst="rect">
            <a:avLst/>
          </a:prstGeom>
        </p:spPr>
        <p:txBody>
          <a:bodyPr vert="horz" wrap="square" lIns="0" tIns="0" rIns="0" bIns="0" rtlCol="0" anchor="t" anchorCtr="0">
            <a:spAutoFit/>
          </a:bodyPr>
          <a:lstStyle/>
          <a:p>
            <a:r>
              <a:rPr lang="en-US" noProof="0"/>
              <a:t>Click to edit Master title style</a:t>
            </a:r>
            <a:endParaRPr lang="en-AU" noProof="0" dirty="0"/>
          </a:p>
        </p:txBody>
      </p:sp>
      <p:sp>
        <p:nvSpPr>
          <p:cNvPr id="3" name="Text Placeholder 2"/>
          <p:cNvSpPr>
            <a:spLocks noGrp="1"/>
          </p:cNvSpPr>
          <p:nvPr>
            <p:ph type="body" idx="1"/>
          </p:nvPr>
        </p:nvSpPr>
        <p:spPr>
          <a:xfrm>
            <a:off x="666750" y="1293813"/>
            <a:ext cx="7810500" cy="334129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sp>
        <p:nvSpPr>
          <p:cNvPr id="5" name="Footer Placeholder 4"/>
          <p:cNvSpPr>
            <a:spLocks noGrp="1"/>
          </p:cNvSpPr>
          <p:nvPr>
            <p:ph type="ftr" sz="quarter" idx="3"/>
          </p:nvPr>
        </p:nvSpPr>
        <p:spPr>
          <a:xfrm>
            <a:off x="5950800" y="4777200"/>
            <a:ext cx="2895600" cy="230832"/>
          </a:xfrm>
          <a:prstGeom prst="rect">
            <a:avLst/>
          </a:prstGeom>
        </p:spPr>
        <p:txBody>
          <a:bodyPr vert="horz" lIns="0" tIns="0" rIns="0" bIns="0" rtlCol="0" anchor="t" anchorCtr="0">
            <a:spAutoFit/>
          </a:bodyPr>
          <a:lstStyle>
            <a:lvl1pPr algn="r">
              <a:lnSpc>
                <a:spcPts val="1800"/>
              </a:lnSpc>
              <a:defRPr sz="1500" b="1" spc="-30" baseline="0">
                <a:solidFill>
                  <a:schemeClr val="bg1"/>
                </a:solidFill>
              </a:defRPr>
            </a:lvl1pPr>
          </a:lstStyle>
          <a:p>
            <a:r>
              <a:rPr lang="en-AU" dirty="0"/>
              <a:t>uts.edu.au</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sldNum="0" hdr="0" dt="0"/>
  <p:txStyles>
    <p:titleStyle>
      <a:lvl1pPr algn="l" defTabSz="914400" rtl="0" eaLnBrk="1" latinLnBrk="0" hangingPunct="1">
        <a:lnSpc>
          <a:spcPts val="2800"/>
        </a:lnSpc>
        <a:spcBef>
          <a:spcPct val="0"/>
        </a:spcBef>
        <a:buNone/>
        <a:defRPr sz="2600" b="1" i="0" kern="1200" cap="all" baseline="0">
          <a:solidFill>
            <a:schemeClr val="tx2"/>
          </a:solidFill>
          <a:latin typeface="+mj-lt"/>
          <a:ea typeface="+mj-ea"/>
          <a:cs typeface="+mj-cs"/>
        </a:defRPr>
      </a:lvl1pPr>
    </p:titleStyle>
    <p:bodyStyle>
      <a:lvl1pPr marL="0" indent="0" algn="l" defTabSz="914400" rtl="0" eaLnBrk="1" latinLnBrk="0" hangingPunct="1">
        <a:lnSpc>
          <a:spcPts val="2000"/>
        </a:lnSpc>
        <a:spcBef>
          <a:spcPts val="0"/>
        </a:spcBef>
        <a:spcAft>
          <a:spcPts val="800"/>
        </a:spcAft>
        <a:buFontTx/>
        <a:buNone/>
        <a:defRPr sz="1800" kern="1200">
          <a:solidFill>
            <a:schemeClr val="tx1"/>
          </a:solidFill>
          <a:latin typeface="+mn-lt"/>
          <a:ea typeface="+mn-ea"/>
          <a:cs typeface="+mn-cs"/>
        </a:defRPr>
      </a:lvl1pPr>
      <a:lvl2pPr marL="0" indent="0" algn="l" defTabSz="914400" rtl="0" eaLnBrk="1" latinLnBrk="0" hangingPunct="1">
        <a:lnSpc>
          <a:spcPts val="2400"/>
        </a:lnSpc>
        <a:spcBef>
          <a:spcPts val="0"/>
        </a:spcBef>
        <a:spcAft>
          <a:spcPts val="400"/>
        </a:spcAft>
        <a:buFontTx/>
        <a:buNone/>
        <a:defRPr sz="2200" b="1" kern="1200">
          <a:solidFill>
            <a:schemeClr val="tx1"/>
          </a:solidFill>
          <a:latin typeface="+mn-lt"/>
          <a:ea typeface="+mn-ea"/>
          <a:cs typeface="+mn-cs"/>
        </a:defRPr>
      </a:lvl2pPr>
      <a:lvl3pPr marL="216000" indent="-216000" algn="l" defTabSz="914400" rtl="0" eaLnBrk="1" latinLnBrk="0" hangingPunct="1">
        <a:lnSpc>
          <a:spcPts val="2000"/>
        </a:lnSpc>
        <a:spcBef>
          <a:spcPts val="0"/>
        </a:spcBef>
        <a:spcAft>
          <a:spcPts val="800"/>
        </a:spcAft>
        <a:buFont typeface="Arial" pitchFamily="34" charset="0"/>
        <a:buChar char="&gt;"/>
        <a:defRPr sz="1800" kern="1200">
          <a:solidFill>
            <a:schemeClr val="tx1"/>
          </a:solidFill>
          <a:latin typeface="+mn-lt"/>
          <a:ea typeface="+mn-ea"/>
          <a:cs typeface="+mn-cs"/>
        </a:defRPr>
      </a:lvl3pPr>
      <a:lvl4pPr marL="432000" indent="-215900" algn="l" defTabSz="914400" rtl="0" eaLnBrk="1" latinLnBrk="0" hangingPunct="1">
        <a:lnSpc>
          <a:spcPts val="2000"/>
        </a:lnSpc>
        <a:spcBef>
          <a:spcPts val="0"/>
        </a:spcBef>
        <a:spcAft>
          <a:spcPts val="800"/>
        </a:spcAft>
        <a:buFont typeface="Arial" pitchFamily="34" charset="0"/>
        <a:buChar char="&gt;"/>
        <a:defRPr sz="1800" kern="1200">
          <a:solidFill>
            <a:schemeClr val="tx1"/>
          </a:solidFill>
          <a:latin typeface="+mn-lt"/>
          <a:ea typeface="+mn-ea"/>
          <a:cs typeface="+mn-cs"/>
        </a:defRPr>
      </a:lvl4pPr>
      <a:lvl5pPr marL="648000" indent="-216000" algn="l" defTabSz="914400" rtl="0" eaLnBrk="1" latinLnBrk="0" hangingPunct="1">
        <a:lnSpc>
          <a:spcPts val="2000"/>
        </a:lnSpc>
        <a:spcBef>
          <a:spcPts val="0"/>
        </a:spcBef>
        <a:spcAft>
          <a:spcPts val="800"/>
        </a:spcAft>
        <a:buFont typeface="Arial" pitchFamily="34" charset="0"/>
        <a:buChar char="&gt;"/>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Wanyu.Li@student.uts.edu.au" TargetMode="External"/><Relationship Id="rId2" Type="http://schemas.openxmlformats.org/officeDocument/2006/relationships/hyperlink" Target="mailto:shui.yu@uts.edu.au" TargetMode="External"/><Relationship Id="rId1" Type="http://schemas.openxmlformats.org/officeDocument/2006/relationships/slideLayout" Target="../slideLayouts/slideLayout2.xml"/><Relationship Id="rId6" Type="http://schemas.openxmlformats.org/officeDocument/2006/relationships/hyperlink" Target="mailto:Mingjian.Tang@uts.edu.au" TargetMode="External"/><Relationship Id="rId5" Type="http://schemas.openxmlformats.org/officeDocument/2006/relationships/hyperlink" Target="mailto:Luoyu.chen@student.uts.edu.au" TargetMode="External"/><Relationship Id="rId4" Type="http://schemas.openxmlformats.org/officeDocument/2006/relationships/hyperlink" Target="mailto:Xiaoyu.Ding@student.uts.edu.au"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en.wikipedia.org/wiki/Gilles_Brassard" TargetMode="External"/><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hyperlink" Target="http://affiliates.art.com/get.art?T=15029119&amp;A=934828&amp;L=8&amp;P=10078681&amp;S=2&amp;Y=0" TargetMode="Externa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2963055" y="1500099"/>
            <a:ext cx="6132499" cy="923330"/>
          </a:xfrm>
        </p:spPr>
        <p:txBody>
          <a:bodyPr/>
          <a:lstStyle/>
          <a:p>
            <a:r>
              <a:rPr lang="en-US" dirty="0"/>
              <a:t>41183 PRIVACY PRESERVING</a:t>
            </a:r>
          </a:p>
        </p:txBody>
      </p:sp>
      <p:sp>
        <p:nvSpPr>
          <p:cNvPr id="4" name="Footer Placeholder 3"/>
          <p:cNvSpPr>
            <a:spLocks noGrp="1"/>
          </p:cNvSpPr>
          <p:nvPr>
            <p:ph type="ftr" sz="quarter" idx="11"/>
          </p:nvPr>
        </p:nvSpPr>
        <p:spPr/>
        <p:txBody>
          <a:bodyPr/>
          <a:lstStyle/>
          <a:p>
            <a:r>
              <a:rPr lang="en-AU" dirty="0"/>
              <a:t>uts.edu.au</a:t>
            </a:r>
          </a:p>
        </p:txBody>
      </p:sp>
      <p:sp>
        <p:nvSpPr>
          <p:cNvPr id="6" name="Title 4"/>
          <p:cNvSpPr txBox="1">
            <a:spLocks/>
          </p:cNvSpPr>
          <p:nvPr/>
        </p:nvSpPr>
        <p:spPr>
          <a:xfrm>
            <a:off x="4160335" y="2176759"/>
            <a:ext cx="4255341" cy="410433"/>
          </a:xfrm>
          <a:prstGeom prst="rect">
            <a:avLst/>
          </a:prstGeom>
        </p:spPr>
        <p:txBody>
          <a:bodyPr vert="horz" wrap="square" lIns="0" tIns="0" rIns="0" bIns="0" rtlCol="0" anchor="t" anchorCtr="0">
            <a:spAutoFit/>
          </a:bodyPr>
          <a:lstStyle>
            <a:lvl1pPr algn="l" defTabSz="914400" rtl="0" eaLnBrk="1" latinLnBrk="0" hangingPunct="1">
              <a:lnSpc>
                <a:spcPts val="3600"/>
              </a:lnSpc>
              <a:spcBef>
                <a:spcPct val="0"/>
              </a:spcBef>
              <a:buNone/>
              <a:defRPr sz="3200" b="1" i="0" kern="1200" cap="all" baseline="0">
                <a:solidFill>
                  <a:schemeClr val="bg1"/>
                </a:solidFill>
                <a:latin typeface="+mj-lt"/>
                <a:ea typeface="+mj-ea"/>
                <a:cs typeface="+mj-cs"/>
              </a:defRPr>
            </a:lvl1pPr>
          </a:lstStyle>
          <a:p>
            <a:r>
              <a:rPr lang="en-US" sz="2200" cap="none" dirty="0"/>
              <a:t>Lecture 1. Subject overview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Teaching Team</a:t>
            </a:r>
            <a:endParaRPr lang="en-AU" dirty="0"/>
          </a:p>
        </p:txBody>
      </p:sp>
      <p:sp>
        <p:nvSpPr>
          <p:cNvPr id="3" name="Content Placeholder 2"/>
          <p:cNvSpPr>
            <a:spLocks noGrp="1"/>
          </p:cNvSpPr>
          <p:nvPr>
            <p:ph idx="1"/>
          </p:nvPr>
        </p:nvSpPr>
        <p:spPr/>
        <p:txBody>
          <a:bodyPr/>
          <a:lstStyle/>
          <a:p>
            <a:r>
              <a:rPr lang="en-US" altLang="zh-CN" dirty="0"/>
              <a:t>Subject coordinator, lecturer: </a:t>
            </a:r>
          </a:p>
          <a:p>
            <a:pPr lvl="1"/>
            <a:r>
              <a:rPr lang="en-US" altLang="zh-CN" dirty="0"/>
              <a:t>Prof Shui Yu: </a:t>
            </a:r>
            <a:r>
              <a:rPr lang="en-US" dirty="0">
                <a:hlinkClick r:id="rId2"/>
              </a:rPr>
              <a:t>shui.yu@uts.edu.au</a:t>
            </a:r>
            <a:r>
              <a:rPr lang="en-US" dirty="0"/>
              <a:t> </a:t>
            </a:r>
          </a:p>
          <a:p>
            <a:endParaRPr lang="en-US" dirty="0"/>
          </a:p>
          <a:p>
            <a:r>
              <a:rPr lang="en-US" dirty="0"/>
              <a:t>Tutors: </a:t>
            </a:r>
          </a:p>
          <a:p>
            <a:pPr lvl="1"/>
            <a:r>
              <a:rPr lang="en-US" sz="1800" dirty="0"/>
              <a:t>Ms Wanyu Li: </a:t>
            </a:r>
            <a:r>
              <a:rPr lang="it-IT" sz="1800" dirty="0">
                <a:hlinkClick r:id="rId3"/>
              </a:rPr>
              <a:t>Wanyu.Li@student.uts.edu.au</a:t>
            </a:r>
            <a:r>
              <a:rPr lang="it-IT" sz="1800" dirty="0"/>
              <a:t> </a:t>
            </a:r>
            <a:r>
              <a:rPr lang="zh-CN" altLang="en-US" sz="1800" dirty="0"/>
              <a:t>，</a:t>
            </a:r>
            <a:endParaRPr lang="en-US" sz="1800" dirty="0"/>
          </a:p>
          <a:p>
            <a:pPr lvl="1"/>
            <a:r>
              <a:rPr lang="en-US" sz="1800" dirty="0"/>
              <a:t>Mr Xiaoyu Ding: </a:t>
            </a:r>
            <a:r>
              <a:rPr lang="en-US" sz="1800" dirty="0">
                <a:hlinkClick r:id="rId4"/>
              </a:rPr>
              <a:t>Xiaoyu.Ding@student.uts.edu.au</a:t>
            </a:r>
            <a:r>
              <a:rPr lang="en-US" sz="1800" dirty="0"/>
              <a:t> </a:t>
            </a:r>
            <a:r>
              <a:rPr lang="en-US" altLang="zh-CN" sz="1800" dirty="0"/>
              <a:t>, </a:t>
            </a:r>
          </a:p>
          <a:p>
            <a:pPr lvl="1"/>
            <a:r>
              <a:rPr lang="en-US" sz="1800" dirty="0"/>
              <a:t>Mr Luoyu Chen: </a:t>
            </a:r>
            <a:r>
              <a:rPr lang="en-US" sz="1800" dirty="0">
                <a:hlinkClick r:id="rId5"/>
              </a:rPr>
              <a:t>Luoyu.chen</a:t>
            </a:r>
            <a:r>
              <a:rPr lang="en-US" altLang="zh-CN" sz="1800" dirty="0">
                <a:hlinkClick r:id="rId5"/>
              </a:rPr>
              <a:t>@student.uts.edu.au</a:t>
            </a:r>
            <a:r>
              <a:rPr lang="en-US" altLang="zh-CN" sz="1800" dirty="0"/>
              <a:t>,</a:t>
            </a:r>
          </a:p>
          <a:p>
            <a:pPr lvl="1"/>
            <a:r>
              <a:rPr lang="en-US" sz="1800" dirty="0"/>
              <a:t>Mr Mingjian Tang: </a:t>
            </a:r>
            <a:r>
              <a:rPr lang="en-US" sz="1800" dirty="0">
                <a:hlinkClick r:id="rId6"/>
              </a:rPr>
              <a:t>Mingjian.Tang@uts.edu.au</a:t>
            </a:r>
            <a:r>
              <a:rPr lang="en-US" sz="1800" dirty="0"/>
              <a:t> .</a:t>
            </a:r>
          </a:p>
          <a:p>
            <a:pPr lvl="1"/>
            <a:endParaRPr lang="en-US" sz="1800" dirty="0"/>
          </a:p>
          <a:p>
            <a:pPr lvl="1"/>
            <a:endParaRPr lang="en-AU" sz="1800" dirty="0"/>
          </a:p>
        </p:txBody>
      </p:sp>
      <p:sp>
        <p:nvSpPr>
          <p:cNvPr id="4" name="Slide Number Placeholder 3"/>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A8D9AD5-F248-4919-864A-CFD76CC027D6}" type="slidenum">
              <a:rPr lang="en-AU" smtClean="0"/>
              <a:pPr/>
              <a:t>2</a:t>
            </a:fld>
            <a:endParaRPr lang="en-AU"/>
          </a:p>
        </p:txBody>
      </p:sp>
    </p:spTree>
    <p:extLst>
      <p:ext uri="{BB962C8B-B14F-4D97-AF65-F5344CB8AC3E}">
        <p14:creationId xmlns:p14="http://schemas.microsoft.com/office/powerpoint/2010/main" val="3276160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6750" y="346750"/>
            <a:ext cx="7810500" cy="718145"/>
          </a:xfrm>
        </p:spPr>
        <p:txBody>
          <a:bodyPr/>
          <a:lstStyle/>
          <a:p>
            <a:r>
              <a:rPr lang="en-US" dirty="0"/>
              <a:t>Lectures (online)</a:t>
            </a:r>
            <a:br>
              <a:rPr lang="en-US" dirty="0"/>
            </a:br>
            <a:r>
              <a:rPr lang="en-US" dirty="0"/>
              <a:t> </a:t>
            </a:r>
            <a:endParaRPr lang="en-AU" dirty="0"/>
          </a:p>
        </p:txBody>
      </p:sp>
      <p:sp>
        <p:nvSpPr>
          <p:cNvPr id="3" name="Content Placeholder 2"/>
          <p:cNvSpPr>
            <a:spLocks noGrp="1"/>
          </p:cNvSpPr>
          <p:nvPr>
            <p:ph idx="1"/>
          </p:nvPr>
        </p:nvSpPr>
        <p:spPr>
          <a:xfrm>
            <a:off x="666750" y="908051"/>
            <a:ext cx="7810500" cy="3554480"/>
          </a:xfrm>
        </p:spPr>
        <p:txBody>
          <a:bodyPr/>
          <a:lstStyle/>
          <a:p>
            <a:r>
              <a:rPr lang="en-US" sz="1800" dirty="0">
                <a:solidFill>
                  <a:srgbClr val="252424"/>
                </a:solidFill>
                <a:effectLst/>
                <a:latin typeface="Segoe UI" panose="020B0502040204020203" pitchFamily="34" charset="0"/>
                <a:ea typeface="DengXian" panose="02010600030101010101" pitchFamily="2" charset="-122"/>
              </a:rPr>
              <a:t>Canvas Zoom (</a:t>
            </a:r>
            <a:r>
              <a:rPr lang="en-US" dirty="0">
                <a:solidFill>
                  <a:srgbClr val="252424"/>
                </a:solidFill>
                <a:latin typeface="Segoe UI" panose="020B0502040204020203" pitchFamily="34" charset="0"/>
                <a:ea typeface="DengXian" panose="02010600030101010101" pitchFamily="2" charset="-122"/>
              </a:rPr>
              <a:t>Mon</a:t>
            </a:r>
            <a:r>
              <a:rPr lang="en-US" sz="1800" dirty="0">
                <a:solidFill>
                  <a:srgbClr val="252424"/>
                </a:solidFill>
                <a:effectLst/>
                <a:latin typeface="Segoe UI" panose="020B0502040204020203" pitchFamily="34" charset="0"/>
                <a:ea typeface="DengXian" panose="02010600030101010101" pitchFamily="2" charset="-122"/>
              </a:rPr>
              <a:t>day, 13:00-13:50)</a:t>
            </a:r>
            <a:endParaRPr lang="en-AU" sz="1800" dirty="0">
              <a:effectLst/>
              <a:latin typeface="Calibri" panose="020F0502020204030204" pitchFamily="34" charset="0"/>
              <a:ea typeface="DengXian" panose="02010600030101010101" pitchFamily="2" charset="-122"/>
            </a:endParaRPr>
          </a:p>
          <a:p>
            <a:r>
              <a:rPr lang="en-US" sz="1800" b="1" dirty="0">
                <a:solidFill>
                  <a:srgbClr val="252424"/>
                </a:solidFill>
                <a:effectLst/>
                <a:latin typeface="Segoe UI" panose="020B0502040204020203" pitchFamily="34" charset="0"/>
                <a:ea typeface="DengXian" panose="02010600030101010101" pitchFamily="2" charset="-122"/>
              </a:rPr>
              <a:t>Join on your computer, mobile app or other device </a:t>
            </a:r>
            <a:endParaRPr lang="en-AU" sz="1800" dirty="0">
              <a:effectLst/>
              <a:latin typeface="Calibri" panose="020F0502020204030204" pitchFamily="34" charset="0"/>
              <a:ea typeface="DengXian" panose="02010600030101010101" pitchFamily="2" charset="-122"/>
            </a:endParaRPr>
          </a:p>
          <a:p>
            <a:endParaRPr lang="en-US" b="1" u="sng" dirty="0"/>
          </a:p>
          <a:p>
            <a:endParaRPr lang="en-US" b="1" u="sng" dirty="0"/>
          </a:p>
          <a:p>
            <a:endParaRPr lang="en-US" dirty="0"/>
          </a:p>
          <a:p>
            <a:r>
              <a:rPr lang="en-US" dirty="0"/>
              <a:t>We will record the lectures or pre-recording.</a:t>
            </a:r>
          </a:p>
          <a:p>
            <a:pPr marL="342900" lvl="1"/>
            <a:endParaRPr lang="en-US" dirty="0"/>
          </a:p>
        </p:txBody>
      </p:sp>
      <p:sp>
        <p:nvSpPr>
          <p:cNvPr id="4" name="Slide Number Placeholder 3"/>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A8D9AD5-F248-4919-864A-CFD76CC027D6}" type="slidenum">
              <a:rPr lang="en-AU" smtClean="0"/>
              <a:pPr/>
              <a:t>3</a:t>
            </a:fld>
            <a:endParaRPr lang="en-AU"/>
          </a:p>
        </p:txBody>
      </p:sp>
    </p:spTree>
    <p:extLst>
      <p:ext uri="{BB962C8B-B14F-4D97-AF65-F5344CB8AC3E}">
        <p14:creationId xmlns:p14="http://schemas.microsoft.com/office/powerpoint/2010/main" val="3979873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Lab session</a:t>
            </a:r>
            <a:r>
              <a:rPr lang="en-US" altLang="zh-CN" dirty="0"/>
              <a:t>s</a:t>
            </a:r>
            <a:r>
              <a:rPr lang="en-US" dirty="0"/>
              <a:t> </a:t>
            </a:r>
            <a:endParaRPr lang="en-AU" dirty="0"/>
          </a:p>
        </p:txBody>
      </p:sp>
      <p:sp>
        <p:nvSpPr>
          <p:cNvPr id="3" name="Content Placeholder 2"/>
          <p:cNvSpPr>
            <a:spLocks noGrp="1"/>
          </p:cNvSpPr>
          <p:nvPr>
            <p:ph idx="1"/>
          </p:nvPr>
        </p:nvSpPr>
        <p:spPr>
          <a:xfrm>
            <a:off x="666750" y="908051"/>
            <a:ext cx="7810500" cy="3554480"/>
          </a:xfrm>
        </p:spPr>
        <p:txBody>
          <a:bodyPr/>
          <a:lstStyle/>
          <a:p>
            <a:r>
              <a:rPr lang="en-US" dirty="0"/>
              <a:t>Labs (Week 2-week 12, on campus), compulsory. </a:t>
            </a:r>
          </a:p>
          <a:p>
            <a:pPr lvl="1"/>
            <a:r>
              <a:rPr lang="en-US" dirty="0"/>
              <a:t>Python based </a:t>
            </a:r>
            <a:endParaRPr lang="en-AU" dirty="0"/>
          </a:p>
          <a:p>
            <a:endParaRPr lang="en-US" dirty="0"/>
          </a:p>
          <a:p>
            <a:pPr marL="342900" lvl="1"/>
            <a:endParaRPr lang="en-US" dirty="0"/>
          </a:p>
        </p:txBody>
      </p:sp>
      <p:sp>
        <p:nvSpPr>
          <p:cNvPr id="4" name="Slide Number Placeholder 3"/>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A8D9AD5-F248-4919-864A-CFD76CC027D6}" type="slidenum">
              <a:rPr lang="en-AU" smtClean="0"/>
              <a:pPr/>
              <a:t>4</a:t>
            </a:fld>
            <a:endParaRPr lang="en-AU"/>
          </a:p>
        </p:txBody>
      </p:sp>
    </p:spTree>
    <p:extLst>
      <p:ext uri="{BB962C8B-B14F-4D97-AF65-F5344CB8AC3E}">
        <p14:creationId xmlns:p14="http://schemas.microsoft.com/office/powerpoint/2010/main" val="2168284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4A59B-9A3B-EF02-BE6E-997696466C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FBDA1B-8763-5D4E-1F31-FBF1C98B6587}"/>
              </a:ext>
            </a:extLst>
          </p:cNvPr>
          <p:cNvSpPr>
            <a:spLocks noGrp="1"/>
          </p:cNvSpPr>
          <p:nvPr>
            <p:ph type="title"/>
          </p:nvPr>
        </p:nvSpPr>
        <p:spPr/>
        <p:txBody>
          <a:bodyPr/>
          <a:lstStyle/>
          <a:p>
            <a:r>
              <a:rPr lang="en-US" dirty="0"/>
              <a:t>Assessment </a:t>
            </a:r>
            <a:endParaRPr lang="en-AU" dirty="0"/>
          </a:p>
        </p:txBody>
      </p:sp>
      <p:sp>
        <p:nvSpPr>
          <p:cNvPr id="3" name="Content Placeholder 2">
            <a:extLst>
              <a:ext uri="{FF2B5EF4-FFF2-40B4-BE49-F238E27FC236}">
                <a16:creationId xmlns:a16="http://schemas.microsoft.com/office/drawing/2014/main" id="{7C8FB489-D360-3908-5852-F283CFB99644}"/>
              </a:ext>
            </a:extLst>
          </p:cNvPr>
          <p:cNvSpPr>
            <a:spLocks noGrp="1"/>
          </p:cNvSpPr>
          <p:nvPr>
            <p:ph idx="1"/>
          </p:nvPr>
        </p:nvSpPr>
        <p:spPr>
          <a:xfrm>
            <a:off x="666750" y="908051"/>
            <a:ext cx="7810500" cy="3554480"/>
          </a:xfrm>
        </p:spPr>
        <p:txBody>
          <a:bodyPr/>
          <a:lstStyle/>
          <a:p>
            <a:r>
              <a:rPr lang="en-US" dirty="0"/>
              <a:t>Two assignments</a:t>
            </a:r>
          </a:p>
          <a:p>
            <a:pPr lvl="1"/>
            <a:r>
              <a:rPr lang="en-US" sz="1800" b="0" dirty="0"/>
              <a:t>- A1: </a:t>
            </a:r>
            <a:r>
              <a:rPr lang="en-AU" sz="1800" b="0" dirty="0"/>
              <a:t>Report on privacy attacks, group work, due on week 7, 50 marks.</a:t>
            </a:r>
            <a:endParaRPr lang="en-US" sz="1800" b="0" dirty="0"/>
          </a:p>
          <a:p>
            <a:pPr lvl="1"/>
            <a:r>
              <a:rPr lang="en-US" sz="1800" b="0" dirty="0"/>
              <a:t>- A2: </a:t>
            </a:r>
            <a:r>
              <a:rPr lang="en-AU" sz="1800" b="0" dirty="0"/>
              <a:t>Privacy preserving project, individual work, due on week 12, 50 marks.</a:t>
            </a:r>
            <a:endParaRPr lang="en-US" sz="1800" b="0" dirty="0"/>
          </a:p>
          <a:p>
            <a:pPr lvl="1"/>
            <a:endParaRPr lang="en-US" dirty="0"/>
          </a:p>
          <a:p>
            <a:pPr lvl="1"/>
            <a:endParaRPr lang="en-US" dirty="0"/>
          </a:p>
          <a:p>
            <a:pPr lvl="1"/>
            <a:r>
              <a:rPr lang="en-US" dirty="0"/>
              <a:t>No exam for this subject</a:t>
            </a:r>
            <a:endParaRPr lang="en-AU" dirty="0"/>
          </a:p>
          <a:p>
            <a:endParaRPr lang="en-US" dirty="0"/>
          </a:p>
          <a:p>
            <a:pPr marL="342900" lvl="1"/>
            <a:endParaRPr lang="en-US" dirty="0"/>
          </a:p>
        </p:txBody>
      </p:sp>
      <p:sp>
        <p:nvSpPr>
          <p:cNvPr id="4" name="Slide Number Placeholder 3">
            <a:extLst>
              <a:ext uri="{FF2B5EF4-FFF2-40B4-BE49-F238E27FC236}">
                <a16:creationId xmlns:a16="http://schemas.microsoft.com/office/drawing/2014/main" id="{6F46235B-C67E-1D73-3DA5-E86EB700081A}"/>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A8D9AD5-F248-4919-864A-CFD76CC027D6}" type="slidenum">
              <a:rPr lang="en-AU" smtClean="0"/>
              <a:pPr/>
              <a:t>5</a:t>
            </a:fld>
            <a:endParaRPr lang="en-AU"/>
          </a:p>
        </p:txBody>
      </p:sp>
    </p:spTree>
    <p:extLst>
      <p:ext uri="{BB962C8B-B14F-4D97-AF65-F5344CB8AC3E}">
        <p14:creationId xmlns:p14="http://schemas.microsoft.com/office/powerpoint/2010/main" val="1592632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aims of the subject</a:t>
            </a:r>
          </a:p>
        </p:txBody>
      </p:sp>
      <p:sp>
        <p:nvSpPr>
          <p:cNvPr id="3" name="Content Placeholder 2"/>
          <p:cNvSpPr>
            <a:spLocks noGrp="1"/>
          </p:cNvSpPr>
          <p:nvPr>
            <p:ph idx="1"/>
          </p:nvPr>
        </p:nvSpPr>
        <p:spPr>
          <a:xfrm>
            <a:off x="622300" y="987391"/>
            <a:ext cx="7810500" cy="3654459"/>
          </a:xfrm>
        </p:spPr>
        <p:txBody>
          <a:bodyPr>
            <a:normAutofit/>
          </a:bodyPr>
          <a:lstStyle/>
          <a:p>
            <a:pPr marL="342900" lvl="0" indent="-342900">
              <a:lnSpc>
                <a:spcPct val="107000"/>
              </a:lnSpc>
              <a:buFont typeface="+mj-lt"/>
              <a:buAutoNum type="arabicPeriod"/>
            </a:pPr>
            <a:r>
              <a:rPr lang="en-AU" sz="2500" b="1" kern="100" dirty="0">
                <a:effectLst/>
                <a:latin typeface="Calibri" panose="020F0502020204030204" pitchFamily="34" charset="0"/>
                <a:ea typeface="DengXian" panose="02010600030101010101" pitchFamily="2" charset="-122"/>
                <a:cs typeface="Times New Roman" panose="02020603050405020304" pitchFamily="18" charset="0"/>
              </a:rPr>
              <a:t>Present the landscape of digital privacy with the latest developments and applications.</a:t>
            </a:r>
          </a:p>
          <a:p>
            <a:pPr marL="342900" lvl="0" indent="-342900">
              <a:lnSpc>
                <a:spcPct val="107000"/>
              </a:lnSpc>
              <a:buFont typeface="+mj-lt"/>
              <a:buAutoNum type="arabicPeriod"/>
            </a:pPr>
            <a:r>
              <a:rPr lang="en-AU" sz="2500" b="1" kern="100" dirty="0">
                <a:latin typeface="Calibri" panose="020F0502020204030204" pitchFamily="34" charset="0"/>
                <a:ea typeface="DengXian" panose="02010600030101010101" pitchFamily="2" charset="-122"/>
                <a:cs typeface="Times New Roman" panose="02020603050405020304" pitchFamily="18" charset="0"/>
              </a:rPr>
              <a:t>Introduce the solutions for privacy preserving.</a:t>
            </a:r>
          </a:p>
          <a:p>
            <a:pPr marL="342900" lvl="0" indent="-342900">
              <a:lnSpc>
                <a:spcPct val="107000"/>
              </a:lnSpc>
              <a:buFont typeface="+mj-lt"/>
              <a:buAutoNum type="arabicPeriod"/>
            </a:pPr>
            <a:r>
              <a:rPr lang="en-AU" sz="2500" b="1" kern="100" dirty="0">
                <a:latin typeface="Calibri" panose="020F0502020204030204" pitchFamily="34" charset="0"/>
                <a:ea typeface="DengXian" panose="02010600030101010101" pitchFamily="2" charset="-122"/>
                <a:cs typeface="Times New Roman" panose="02020603050405020304" pitchFamily="18" charset="0"/>
              </a:rPr>
              <a:t>Training the capability of problem identification, and methodologies for searching solutions.</a:t>
            </a:r>
            <a:endParaRPr lang="en-AU" sz="2500" b="1" dirty="0"/>
          </a:p>
          <a:p>
            <a:endParaRPr lang="en-AU" dirty="0"/>
          </a:p>
        </p:txBody>
      </p:sp>
      <p:sp>
        <p:nvSpPr>
          <p:cNvPr id="4" name="Slide Number Placeholder 3"/>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A8D9AD5-F248-4919-864A-CFD76CC027D6}" type="slidenum">
              <a:rPr lang="en-AU" smtClean="0"/>
              <a:pPr/>
              <a:t>6</a:t>
            </a:fld>
            <a:endParaRPr lang="en-AU"/>
          </a:p>
        </p:txBody>
      </p:sp>
    </p:spTree>
    <p:extLst>
      <p:ext uri="{BB962C8B-B14F-4D97-AF65-F5344CB8AC3E}">
        <p14:creationId xmlns:p14="http://schemas.microsoft.com/office/powerpoint/2010/main" val="3969770561"/>
      </p:ext>
    </p:extLst>
  </p:cSld>
  <p:clrMapOvr>
    <a:masterClrMapping/>
  </p:clrMapOvr>
  <mc:AlternateContent xmlns:mc="http://schemas.openxmlformats.org/markup-compatibility/2006" xmlns:p14="http://schemas.microsoft.com/office/powerpoint/2010/main">
    <mc:Choice Requires="p14">
      <p:transition p14:dur="0" advTm="20185"/>
    </mc:Choice>
    <mc:Fallback xmlns="">
      <p:transition advTm="20185"/>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privacy </a:t>
            </a:r>
            <a:endParaRPr lang="en-AU" dirty="0"/>
          </a:p>
        </p:txBody>
      </p:sp>
      <p:sp>
        <p:nvSpPr>
          <p:cNvPr id="3" name="Content Placeholder 2"/>
          <p:cNvSpPr>
            <a:spLocks noGrp="1"/>
          </p:cNvSpPr>
          <p:nvPr>
            <p:ph idx="1"/>
          </p:nvPr>
        </p:nvSpPr>
        <p:spPr>
          <a:xfrm>
            <a:off x="577850" y="987391"/>
            <a:ext cx="7899400" cy="3306582"/>
          </a:xfrm>
        </p:spPr>
        <p:txBody>
          <a:bodyPr/>
          <a:lstStyle/>
          <a:p>
            <a:r>
              <a:rPr lang="en-US" dirty="0"/>
              <a:t>Privacy matters</a:t>
            </a:r>
          </a:p>
          <a:p>
            <a:pPr lvl="1"/>
            <a:r>
              <a:rPr lang="en-AU" sz="1800" dirty="0"/>
              <a:t>“Privacy enables us to create boundaries and protect ourselves from unwarranted interference in our lives, allowing us to negotiate who we are and how we want to interact with the world around us.”</a:t>
            </a:r>
            <a:endParaRPr lang="en-US" sz="1800" dirty="0"/>
          </a:p>
          <a:p>
            <a:endParaRPr lang="en-US" dirty="0"/>
          </a:p>
          <a:p>
            <a:r>
              <a:rPr lang="en-US" dirty="0"/>
              <a:t>Privacy is human rights </a:t>
            </a:r>
          </a:p>
          <a:p>
            <a:pPr lvl="1"/>
            <a:r>
              <a:rPr lang="en-AU" sz="1800" dirty="0"/>
              <a:t>“Privacy is a fundamental human right. The right to privacy is articulated in all of the major international and regional human rights instruments. Over 130 countries have constitutional statements regarding the protection of privacy.”</a:t>
            </a:r>
          </a:p>
          <a:p>
            <a:pPr marL="342900" lvl="1"/>
            <a:endParaRPr lang="en-US" dirty="0"/>
          </a:p>
          <a:p>
            <a:r>
              <a:rPr lang="en-AU" sz="1200" dirty="0"/>
              <a:t>https://eachother.org.uk/the-right-to-privacy-and-why-it-matters/</a:t>
            </a:r>
            <a:endParaRPr lang="en-AU" sz="1200" dirty="0">
              <a:latin typeface="Times New Roman" panose="02020603050405020304" pitchFamily="18" charset="0"/>
              <a:cs typeface="Times New Roman" panose="02020603050405020304" pitchFamily="18" charset="0"/>
            </a:endParaRPr>
          </a:p>
          <a:p>
            <a:endParaRPr lang="en-AU" dirty="0"/>
          </a:p>
        </p:txBody>
      </p:sp>
      <p:sp>
        <p:nvSpPr>
          <p:cNvPr id="4" name="Slide Number Placeholder 3"/>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A8D9AD5-F248-4919-864A-CFD76CC027D6}" type="slidenum">
              <a:rPr lang="en-AU" smtClean="0"/>
              <a:pPr/>
              <a:t>7</a:t>
            </a:fld>
            <a:endParaRPr lang="en-AU"/>
          </a:p>
        </p:txBody>
      </p:sp>
    </p:spTree>
    <p:extLst>
      <p:ext uri="{BB962C8B-B14F-4D97-AF65-F5344CB8AC3E}">
        <p14:creationId xmlns:p14="http://schemas.microsoft.com/office/powerpoint/2010/main" val="2288149389"/>
      </p:ext>
    </p:extLst>
  </p:cSld>
  <p:clrMapOvr>
    <a:masterClrMapping/>
  </p:clrMapOvr>
  <mc:AlternateContent xmlns:mc="http://schemas.openxmlformats.org/markup-compatibility/2006" xmlns:p14="http://schemas.microsoft.com/office/powerpoint/2010/main">
    <mc:Choice Requires="p14">
      <p:transition p14:dur="0" advTm="50806"/>
    </mc:Choice>
    <mc:Fallback xmlns="">
      <p:transition advTm="50806"/>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privacy </a:t>
            </a:r>
            <a:endParaRPr lang="en-AU" dirty="0"/>
          </a:p>
        </p:txBody>
      </p:sp>
      <p:sp>
        <p:nvSpPr>
          <p:cNvPr id="4" name="Slide Number Placeholder 3"/>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A8D9AD5-F248-4919-864A-CFD76CC027D6}" type="slidenum">
              <a:rPr lang="en-AU" smtClean="0"/>
              <a:pPr/>
              <a:t>8</a:t>
            </a:fld>
            <a:endParaRPr lang="en-AU"/>
          </a:p>
        </p:txBody>
      </p:sp>
      <p:sp>
        <p:nvSpPr>
          <p:cNvPr id="7" name="Content Placeholder 6">
            <a:extLst>
              <a:ext uri="{FF2B5EF4-FFF2-40B4-BE49-F238E27FC236}">
                <a16:creationId xmlns:a16="http://schemas.microsoft.com/office/drawing/2014/main" id="{0D258594-59BC-0E17-CAA3-4EE1101DCEDF}"/>
              </a:ext>
            </a:extLst>
          </p:cNvPr>
          <p:cNvSpPr>
            <a:spLocks noGrp="1"/>
          </p:cNvSpPr>
          <p:nvPr>
            <p:ph idx="1"/>
          </p:nvPr>
        </p:nvSpPr>
        <p:spPr>
          <a:xfrm>
            <a:off x="552450" y="1033463"/>
            <a:ext cx="7810500" cy="3168717"/>
          </a:xfrm>
        </p:spPr>
        <p:txBody>
          <a:bodyPr/>
          <a:lstStyle/>
          <a:p>
            <a:pPr marL="0" indent="0">
              <a:buNone/>
              <a:defRPr/>
            </a:pPr>
            <a:r>
              <a:rPr lang="en-US" altLang="en-US" dirty="0">
                <a:latin typeface="Myriad Pro" pitchFamily="34" charset="0"/>
                <a:ea typeface="ＭＳ Ｐゴシック" panose="020B0600070205080204" pitchFamily="34" charset="-128"/>
                <a:cs typeface="Myriad Pro" pitchFamily="34" charset="0"/>
              </a:rPr>
              <a:t>P</a:t>
            </a:r>
            <a:r>
              <a:rPr lang="en-US" altLang="en-US" sz="1800" dirty="0">
                <a:latin typeface="Myriad Pro" pitchFamily="34" charset="0"/>
                <a:ea typeface="ＭＳ Ｐゴシック" panose="020B0600070205080204" pitchFamily="34" charset="-128"/>
                <a:cs typeface="Myriad Pro" pitchFamily="34" charset="0"/>
              </a:rPr>
              <a:t>rivacy </a:t>
            </a:r>
            <a:r>
              <a:rPr lang="en-US" altLang="en-US" dirty="0">
                <a:latin typeface="Myriad Pro" pitchFamily="34" charset="0"/>
                <a:ea typeface="ＭＳ Ｐゴシック" panose="020B0600070205080204" pitchFamily="34" charset="-128"/>
                <a:cs typeface="Myriad Pro" pitchFamily="34" charset="0"/>
              </a:rPr>
              <a:t>definition and </a:t>
            </a:r>
            <a:r>
              <a:rPr lang="en-US" altLang="en-US" sz="1800" dirty="0">
                <a:latin typeface="Myriad Pro" pitchFamily="34" charset="0"/>
                <a:ea typeface="ＭＳ Ｐゴシック" panose="020B0600070205080204" pitchFamily="34" charset="-128"/>
                <a:cs typeface="Myriad Pro" pitchFamily="34" charset="0"/>
              </a:rPr>
              <a:t>measurement</a:t>
            </a:r>
          </a:p>
          <a:p>
            <a:pPr marL="0" indent="0">
              <a:buNone/>
              <a:defRPr/>
            </a:pPr>
            <a:r>
              <a:rPr lang="en-US" altLang="en-US" sz="1800" dirty="0">
                <a:latin typeface="Myriad Pro" pitchFamily="34" charset="0"/>
                <a:ea typeface="ＭＳ Ｐゴシック" panose="020B0600070205080204" pitchFamily="34" charset="-128"/>
                <a:cs typeface="Myriad Pro" pitchFamily="34" charset="0"/>
              </a:rPr>
              <a:t> - k-anonymity.</a:t>
            </a:r>
          </a:p>
          <a:p>
            <a:pPr marL="0" indent="0">
              <a:buNone/>
              <a:defRPr/>
            </a:pPr>
            <a:r>
              <a:rPr lang="en-US" altLang="en-US" sz="1800" dirty="0">
                <a:latin typeface="Myriad Pro" pitchFamily="34" charset="0"/>
                <a:ea typeface="ＭＳ Ｐゴシック" panose="020B0600070205080204" pitchFamily="34" charset="-128"/>
                <a:cs typeface="Myriad Pro" pitchFamily="34" charset="0"/>
              </a:rPr>
              <a:t> - information theoretical measures </a:t>
            </a:r>
          </a:p>
          <a:p>
            <a:pPr marL="0" indent="0">
              <a:buNone/>
              <a:defRPr/>
            </a:pPr>
            <a:r>
              <a:rPr lang="en-US" altLang="en-US" sz="1800" dirty="0">
                <a:latin typeface="Myriad Pro" pitchFamily="34" charset="0"/>
                <a:ea typeface="ＭＳ Ｐゴシック" panose="020B0600070205080204" pitchFamily="34" charset="-128"/>
                <a:cs typeface="Myriad Pro" pitchFamily="34" charset="0"/>
              </a:rPr>
              <a:t>    Information leakage</a:t>
            </a:r>
          </a:p>
          <a:p>
            <a:pPr marL="0" indent="0">
              <a:buNone/>
              <a:defRPr/>
            </a:pPr>
            <a:r>
              <a:rPr lang="en-US" altLang="en-US" sz="1800" dirty="0">
                <a:latin typeface="Myriad Pro" pitchFamily="34" charset="0"/>
                <a:ea typeface="ＭＳ Ｐゴシック" panose="020B0600070205080204" pitchFamily="34" charset="-128"/>
                <a:cs typeface="Myriad Pro" pitchFamily="34" charset="0"/>
              </a:rPr>
              <a:t>    Entropy variation</a:t>
            </a:r>
          </a:p>
          <a:p>
            <a:pPr marL="0" indent="0">
              <a:buNone/>
              <a:defRPr/>
            </a:pPr>
            <a:r>
              <a:rPr lang="en-US" altLang="en-US" sz="1800" dirty="0">
                <a:latin typeface="Myriad Pro" pitchFamily="34" charset="0"/>
                <a:ea typeface="ＭＳ Ｐゴシック" panose="020B0600070205080204" pitchFamily="34" charset="-128"/>
                <a:cs typeface="Myriad Pro" pitchFamily="34" charset="0"/>
              </a:rPr>
              <a:t>    Social distance</a:t>
            </a:r>
          </a:p>
          <a:p>
            <a:pPr marL="0" indent="0">
              <a:buNone/>
              <a:defRPr/>
            </a:pPr>
            <a:endParaRPr lang="en-US" altLang="en-US" sz="1800" dirty="0">
              <a:latin typeface="Myriad Pro" pitchFamily="34" charset="0"/>
              <a:ea typeface="ＭＳ Ｐゴシック" panose="020B0600070205080204" pitchFamily="34" charset="-128"/>
              <a:cs typeface="Myriad Pro" pitchFamily="34" charset="0"/>
            </a:endParaRPr>
          </a:p>
          <a:p>
            <a:pPr marL="0" indent="0">
              <a:buNone/>
              <a:defRPr/>
            </a:pPr>
            <a:r>
              <a:rPr lang="en-US" altLang="en-US" sz="1800" b="1" dirty="0">
                <a:solidFill>
                  <a:schemeClr val="accent2"/>
                </a:solidFill>
                <a:latin typeface="Myriad Pro" pitchFamily="34" charset="0"/>
                <a:ea typeface="ＭＳ Ｐゴシック" panose="020B0600070205080204" pitchFamily="34" charset="-128"/>
                <a:cs typeface="Myriad Pro" pitchFamily="34" charset="0"/>
              </a:rPr>
              <a:t>NO</a:t>
            </a:r>
            <a:r>
              <a:rPr lang="en-US" altLang="en-US" sz="1800" dirty="0">
                <a:latin typeface="Myriad Pro" pitchFamily="34" charset="0"/>
                <a:ea typeface="ＭＳ Ｐゴシック" panose="020B0600070205080204" pitchFamily="34" charset="-128"/>
                <a:cs typeface="Myriad Pro" pitchFamily="34" charset="0"/>
              </a:rPr>
              <a:t> direct measure</a:t>
            </a:r>
          </a:p>
          <a:p>
            <a:endParaRPr lang="en-AU" dirty="0"/>
          </a:p>
        </p:txBody>
      </p:sp>
      <p:pic>
        <p:nvPicPr>
          <p:cNvPr id="13" name="Picture 2" descr="1,012,587 Instrument Of Measurement Stock Photos, Pictures ...">
            <a:extLst>
              <a:ext uri="{FF2B5EF4-FFF2-40B4-BE49-F238E27FC236}">
                <a16:creationId xmlns:a16="http://schemas.microsoft.com/office/drawing/2014/main" id="{4BA11AD6-996C-3F4A-5232-F337C179CE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3191" y="1881187"/>
            <a:ext cx="3558359" cy="2453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0659538"/>
      </p:ext>
    </p:extLst>
  </p:cSld>
  <p:clrMapOvr>
    <a:masterClrMapping/>
  </p:clrMapOvr>
  <mc:AlternateContent xmlns:mc="http://schemas.openxmlformats.org/markup-compatibility/2006" xmlns:p14="http://schemas.microsoft.com/office/powerpoint/2010/main">
    <mc:Choice Requires="p14">
      <p:transition p14:dur="0" advTm="50806"/>
    </mc:Choice>
    <mc:Fallback xmlns="">
      <p:transition advTm="5080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E99DD-3187-1973-6C42-2CFC68CA0525}"/>
              </a:ext>
            </a:extLst>
          </p:cNvPr>
          <p:cNvSpPr>
            <a:spLocks noGrp="1"/>
          </p:cNvSpPr>
          <p:nvPr>
            <p:ph type="title"/>
          </p:nvPr>
        </p:nvSpPr>
        <p:spPr/>
        <p:txBody>
          <a:bodyPr/>
          <a:lstStyle/>
          <a:p>
            <a:r>
              <a:rPr lang="en-AU" dirty="0"/>
              <a:t>What is digital privacy</a:t>
            </a:r>
          </a:p>
        </p:txBody>
      </p:sp>
      <p:sp>
        <p:nvSpPr>
          <p:cNvPr id="4" name="Footer Placeholder 3">
            <a:extLst>
              <a:ext uri="{FF2B5EF4-FFF2-40B4-BE49-F238E27FC236}">
                <a16:creationId xmlns:a16="http://schemas.microsoft.com/office/drawing/2014/main" id="{2A068626-5438-EF82-F5A5-69BDFD9FBB65}"/>
              </a:ext>
            </a:extLst>
          </p:cNvPr>
          <p:cNvSpPr>
            <a:spLocks noGrp="1"/>
          </p:cNvSpPr>
          <p:nvPr>
            <p:ph type="ftr" sz="quarter" idx="11"/>
          </p:nvPr>
        </p:nvSpPr>
        <p:spPr/>
        <p:txBody>
          <a:bodyPr/>
          <a:lstStyle/>
          <a:p>
            <a:r>
              <a:rPr lang="en-AU" noProof="0"/>
              <a:t>uts.edu.au</a:t>
            </a:r>
            <a:endParaRPr lang="en-AU" noProof="0" dirty="0"/>
          </a:p>
        </p:txBody>
      </p:sp>
      <p:sp>
        <p:nvSpPr>
          <p:cNvPr id="6" name="Content Placeholder 8">
            <a:extLst>
              <a:ext uri="{FF2B5EF4-FFF2-40B4-BE49-F238E27FC236}">
                <a16:creationId xmlns:a16="http://schemas.microsoft.com/office/drawing/2014/main" id="{1B8BC710-FB02-3FAE-A9FF-50238DB8C993}"/>
              </a:ext>
            </a:extLst>
          </p:cNvPr>
          <p:cNvSpPr txBox="1">
            <a:spLocks/>
          </p:cNvSpPr>
          <p:nvPr/>
        </p:nvSpPr>
        <p:spPr>
          <a:xfrm>
            <a:off x="974421" y="1026712"/>
            <a:ext cx="5886450" cy="615552"/>
          </a:xfrm>
          <a:prstGeom prst="rect">
            <a:avLst/>
          </a:prstGeom>
        </p:spPr>
        <p:txBody>
          <a:bodyPr/>
          <a:lstStyle>
            <a:lvl1pPr marL="457177" indent="-457177" algn="l" defTabSz="1828709"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531" indent="-457177" algn="l" defTabSz="1828709"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5886" indent="-457177" algn="l" defTabSz="1828709"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240"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594"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altLang="en-US" sz="2100" dirty="0">
                <a:latin typeface="Myriad Pro" pitchFamily="34" charset="0"/>
                <a:ea typeface="ＭＳ Ｐゴシック" panose="020B0600070205080204" pitchFamily="34" charset="-128"/>
                <a:cs typeface="Myriad Pro" pitchFamily="34" charset="0"/>
              </a:rPr>
              <a:t>Digital privacy started to booming after 2000 </a:t>
            </a:r>
          </a:p>
          <a:p>
            <a:endParaRPr lang="en-US" altLang="en-US" sz="2100" dirty="0">
              <a:latin typeface="Myriad Pro" pitchFamily="34" charset="0"/>
              <a:ea typeface="ＭＳ Ｐゴシック" panose="020B0600070205080204" pitchFamily="34" charset="-128"/>
              <a:cs typeface="Myriad Pro" pitchFamily="34" charset="0"/>
            </a:endParaRPr>
          </a:p>
        </p:txBody>
      </p:sp>
      <p:sp>
        <p:nvSpPr>
          <p:cNvPr id="7" name="Content Placeholder 8">
            <a:extLst>
              <a:ext uri="{FF2B5EF4-FFF2-40B4-BE49-F238E27FC236}">
                <a16:creationId xmlns:a16="http://schemas.microsoft.com/office/drawing/2014/main" id="{E378517B-8FE7-99A5-9044-FC1C059BACB8}"/>
              </a:ext>
            </a:extLst>
          </p:cNvPr>
          <p:cNvSpPr txBox="1">
            <a:spLocks/>
          </p:cNvSpPr>
          <p:nvPr/>
        </p:nvSpPr>
        <p:spPr>
          <a:xfrm>
            <a:off x="1170361" y="1642264"/>
            <a:ext cx="2837577" cy="2537163"/>
          </a:xfrm>
          <a:prstGeom prst="rect">
            <a:avLst/>
          </a:prstGeom>
        </p:spPr>
        <p:txBody>
          <a:bodyPr/>
          <a:lstStyle>
            <a:lvl1pPr marL="457177" indent="-457177" algn="l" defTabSz="1828709"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531" indent="-457177" algn="l" defTabSz="1828709"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5886" indent="-457177" algn="l" defTabSz="1828709"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240"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594"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buFontTx/>
              <a:buChar char="-"/>
            </a:pPr>
            <a:r>
              <a:rPr lang="en-US" altLang="en-US" sz="2100" dirty="0">
                <a:latin typeface="Myriad Pro" pitchFamily="34" charset="0"/>
                <a:ea typeface="ＭＳ Ｐゴシック" panose="020B0600070205080204" pitchFamily="34" charset="-128"/>
                <a:cs typeface="Myriad Pro" pitchFamily="34" charset="0"/>
              </a:rPr>
              <a:t>Big data, big problem (Science, 2014)</a:t>
            </a:r>
          </a:p>
          <a:p>
            <a:pPr>
              <a:buFontTx/>
              <a:buChar char="-"/>
            </a:pPr>
            <a:r>
              <a:rPr lang="en-US" altLang="en-US" sz="2100" dirty="0">
                <a:latin typeface="Myriad Pro" pitchFamily="34" charset="0"/>
                <a:ea typeface="ＭＳ Ｐゴシック" panose="020B0600070205080204" pitchFamily="34" charset="-128"/>
                <a:cs typeface="Myriad Pro" pitchFamily="34" charset="0"/>
              </a:rPr>
              <a:t>The end of privacy in big data era (Science, 2015 January)</a:t>
            </a:r>
          </a:p>
          <a:p>
            <a:pPr>
              <a:buFont typeface="Arial" panose="020B0604020202020204" pitchFamily="34" charset="0"/>
              <a:buNone/>
            </a:pPr>
            <a:endParaRPr lang="en-US" altLang="en-US" sz="2100" dirty="0">
              <a:latin typeface="Myriad Pro" pitchFamily="34" charset="0"/>
              <a:ea typeface="ＭＳ Ｐゴシック" panose="020B0600070205080204" pitchFamily="34" charset="-128"/>
              <a:cs typeface="Myriad Pro" pitchFamily="34" charset="0"/>
            </a:endParaRPr>
          </a:p>
        </p:txBody>
      </p:sp>
      <p:pic>
        <p:nvPicPr>
          <p:cNvPr id="8" name="Picture 1">
            <a:extLst>
              <a:ext uri="{FF2B5EF4-FFF2-40B4-BE49-F238E27FC236}">
                <a16:creationId xmlns:a16="http://schemas.microsoft.com/office/drawing/2014/main" id="{6620DC69-5F83-11DE-3949-BD250373220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82351" y="1585640"/>
            <a:ext cx="2136898" cy="1226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
            <a:extLst>
              <a:ext uri="{FF2B5EF4-FFF2-40B4-BE49-F238E27FC236}">
                <a16:creationId xmlns:a16="http://schemas.microsoft.com/office/drawing/2014/main" id="{E55D9E9F-CB3F-FA71-9F3F-03F3564A604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136064" y="2812050"/>
            <a:ext cx="1568093" cy="1624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99838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E99DD-3187-1973-6C42-2CFC68CA0525}"/>
              </a:ext>
            </a:extLst>
          </p:cNvPr>
          <p:cNvSpPr>
            <a:spLocks noGrp="1"/>
          </p:cNvSpPr>
          <p:nvPr>
            <p:ph type="title"/>
          </p:nvPr>
        </p:nvSpPr>
        <p:spPr/>
        <p:txBody>
          <a:bodyPr/>
          <a:lstStyle/>
          <a:p>
            <a:r>
              <a:rPr lang="en-AU" dirty="0"/>
              <a:t>What is digital privacy</a:t>
            </a:r>
          </a:p>
        </p:txBody>
      </p:sp>
      <p:sp>
        <p:nvSpPr>
          <p:cNvPr id="4" name="Footer Placeholder 3">
            <a:extLst>
              <a:ext uri="{FF2B5EF4-FFF2-40B4-BE49-F238E27FC236}">
                <a16:creationId xmlns:a16="http://schemas.microsoft.com/office/drawing/2014/main" id="{2A068626-5438-EF82-F5A5-69BDFD9FBB65}"/>
              </a:ext>
            </a:extLst>
          </p:cNvPr>
          <p:cNvSpPr>
            <a:spLocks noGrp="1"/>
          </p:cNvSpPr>
          <p:nvPr>
            <p:ph type="ftr" sz="quarter" idx="11"/>
          </p:nvPr>
        </p:nvSpPr>
        <p:spPr/>
        <p:txBody>
          <a:bodyPr/>
          <a:lstStyle/>
          <a:p>
            <a:r>
              <a:rPr lang="en-AU" noProof="0"/>
              <a:t>uts.edu.au</a:t>
            </a:r>
            <a:endParaRPr lang="en-AU" noProof="0" dirty="0"/>
          </a:p>
        </p:txBody>
      </p:sp>
      <p:sp>
        <p:nvSpPr>
          <p:cNvPr id="6" name="Content Placeholder 8">
            <a:extLst>
              <a:ext uri="{FF2B5EF4-FFF2-40B4-BE49-F238E27FC236}">
                <a16:creationId xmlns:a16="http://schemas.microsoft.com/office/drawing/2014/main" id="{1B8BC710-FB02-3FAE-A9FF-50238DB8C993}"/>
              </a:ext>
            </a:extLst>
          </p:cNvPr>
          <p:cNvSpPr txBox="1">
            <a:spLocks/>
          </p:cNvSpPr>
          <p:nvPr/>
        </p:nvSpPr>
        <p:spPr>
          <a:xfrm>
            <a:off x="974421" y="1026712"/>
            <a:ext cx="5886450" cy="615552"/>
          </a:xfrm>
          <a:prstGeom prst="rect">
            <a:avLst/>
          </a:prstGeom>
        </p:spPr>
        <p:txBody>
          <a:bodyPr/>
          <a:lstStyle>
            <a:lvl1pPr marL="457177" indent="-457177" algn="l" defTabSz="1828709"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531" indent="-457177" algn="l" defTabSz="1828709"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5886" indent="-457177" algn="l" defTabSz="1828709"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240"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594"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altLang="en-US" sz="2100" dirty="0">
                <a:latin typeface="Myriad Pro" pitchFamily="34" charset="0"/>
                <a:ea typeface="ＭＳ Ｐゴシック" panose="020B0600070205080204" pitchFamily="34" charset="-128"/>
                <a:cs typeface="Myriad Pro" pitchFamily="34" charset="0"/>
              </a:rPr>
              <a:t>AI brings a significant concern on Privacy</a:t>
            </a:r>
          </a:p>
          <a:p>
            <a:endParaRPr lang="en-US" altLang="en-US" sz="2100" dirty="0">
              <a:latin typeface="Myriad Pro" pitchFamily="34" charset="0"/>
              <a:ea typeface="ＭＳ Ｐゴシック" panose="020B0600070205080204" pitchFamily="34" charset="-128"/>
              <a:cs typeface="Myriad Pro" pitchFamily="34" charset="0"/>
            </a:endParaRPr>
          </a:p>
        </p:txBody>
      </p:sp>
      <p:sp>
        <p:nvSpPr>
          <p:cNvPr id="7" name="Content Placeholder 8">
            <a:extLst>
              <a:ext uri="{FF2B5EF4-FFF2-40B4-BE49-F238E27FC236}">
                <a16:creationId xmlns:a16="http://schemas.microsoft.com/office/drawing/2014/main" id="{E378517B-8FE7-99A5-9044-FC1C059BACB8}"/>
              </a:ext>
            </a:extLst>
          </p:cNvPr>
          <p:cNvSpPr txBox="1">
            <a:spLocks/>
          </p:cNvSpPr>
          <p:nvPr/>
        </p:nvSpPr>
        <p:spPr>
          <a:xfrm>
            <a:off x="1170361" y="1642264"/>
            <a:ext cx="4219149" cy="2537163"/>
          </a:xfrm>
          <a:prstGeom prst="rect">
            <a:avLst/>
          </a:prstGeom>
        </p:spPr>
        <p:txBody>
          <a:bodyPr/>
          <a:lstStyle>
            <a:lvl1pPr marL="457177" indent="-457177" algn="l" defTabSz="1828709"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531" indent="-457177" algn="l" defTabSz="1828709"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5886" indent="-457177" algn="l" defTabSz="1828709"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240"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594"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buFontTx/>
              <a:buChar char="-"/>
            </a:pPr>
            <a:r>
              <a:rPr lang="en-US" altLang="en-US" sz="2100" dirty="0">
                <a:latin typeface="Myriad Pro" pitchFamily="34" charset="0"/>
                <a:ea typeface="ＭＳ Ｐゴシック" panose="020B0600070205080204" pitchFamily="34" charset="-128"/>
                <a:cs typeface="Myriad Pro" pitchFamily="34" charset="0"/>
              </a:rPr>
              <a:t>Large Language Model</a:t>
            </a:r>
          </a:p>
          <a:p>
            <a:pPr>
              <a:buFontTx/>
              <a:buChar char="-"/>
            </a:pPr>
            <a:r>
              <a:rPr lang="en-US" altLang="en-US" sz="2100" dirty="0">
                <a:latin typeface="Myriad Pro" pitchFamily="34" charset="0"/>
                <a:ea typeface="ＭＳ Ｐゴシック" panose="020B0600070205080204" pitchFamily="34" charset="-128"/>
                <a:cs typeface="Myriad Pro" pitchFamily="34" charset="0"/>
              </a:rPr>
              <a:t>Privacy for trading</a:t>
            </a:r>
          </a:p>
          <a:p>
            <a:pPr>
              <a:buFontTx/>
              <a:buChar char="-"/>
            </a:pPr>
            <a:r>
              <a:rPr lang="en-US" altLang="en-US" sz="2100" dirty="0">
                <a:latin typeface="Myriad Pro" pitchFamily="34" charset="0"/>
                <a:ea typeface="ＭＳ Ｐゴシック" panose="020B0600070205080204" pitchFamily="34" charset="-128"/>
                <a:cs typeface="Myriad Pro" pitchFamily="34" charset="0"/>
              </a:rPr>
              <a:t>…</a:t>
            </a:r>
          </a:p>
          <a:p>
            <a:pPr>
              <a:buFont typeface="Arial" panose="020B0604020202020204" pitchFamily="34" charset="0"/>
              <a:buNone/>
            </a:pPr>
            <a:endParaRPr lang="en-US" altLang="en-US" sz="2100" dirty="0">
              <a:latin typeface="Myriad Pro" pitchFamily="34" charset="0"/>
              <a:ea typeface="ＭＳ Ｐゴシック" panose="020B0600070205080204" pitchFamily="34" charset="-128"/>
              <a:cs typeface="Myriad Pro" pitchFamily="34" charset="0"/>
            </a:endParaRPr>
          </a:p>
        </p:txBody>
      </p:sp>
    </p:spTree>
    <p:extLst>
      <p:ext uri="{BB962C8B-B14F-4D97-AF65-F5344CB8AC3E}">
        <p14:creationId xmlns:p14="http://schemas.microsoft.com/office/powerpoint/2010/main" val="700391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E99DD-3187-1973-6C42-2CFC68CA0525}"/>
              </a:ext>
            </a:extLst>
          </p:cNvPr>
          <p:cNvSpPr>
            <a:spLocks noGrp="1"/>
          </p:cNvSpPr>
          <p:nvPr>
            <p:ph type="title"/>
          </p:nvPr>
        </p:nvSpPr>
        <p:spPr/>
        <p:txBody>
          <a:bodyPr/>
          <a:lstStyle/>
          <a:p>
            <a:r>
              <a:rPr lang="en-AU" dirty="0"/>
              <a:t>What is digital privacy</a:t>
            </a:r>
          </a:p>
        </p:txBody>
      </p:sp>
      <p:sp>
        <p:nvSpPr>
          <p:cNvPr id="4" name="Footer Placeholder 3">
            <a:extLst>
              <a:ext uri="{FF2B5EF4-FFF2-40B4-BE49-F238E27FC236}">
                <a16:creationId xmlns:a16="http://schemas.microsoft.com/office/drawing/2014/main" id="{2A068626-5438-EF82-F5A5-69BDFD9FBB65}"/>
              </a:ext>
            </a:extLst>
          </p:cNvPr>
          <p:cNvSpPr>
            <a:spLocks noGrp="1"/>
          </p:cNvSpPr>
          <p:nvPr>
            <p:ph type="ftr" sz="quarter" idx="11"/>
          </p:nvPr>
        </p:nvSpPr>
        <p:spPr/>
        <p:txBody>
          <a:bodyPr/>
          <a:lstStyle/>
          <a:p>
            <a:r>
              <a:rPr lang="en-AU" noProof="0"/>
              <a:t>uts.edu.au</a:t>
            </a:r>
            <a:endParaRPr lang="en-AU" noProof="0" dirty="0"/>
          </a:p>
        </p:txBody>
      </p:sp>
      <p:sp>
        <p:nvSpPr>
          <p:cNvPr id="6" name="Content Placeholder 8">
            <a:extLst>
              <a:ext uri="{FF2B5EF4-FFF2-40B4-BE49-F238E27FC236}">
                <a16:creationId xmlns:a16="http://schemas.microsoft.com/office/drawing/2014/main" id="{1B8BC710-FB02-3FAE-A9FF-50238DB8C993}"/>
              </a:ext>
            </a:extLst>
          </p:cNvPr>
          <p:cNvSpPr txBox="1">
            <a:spLocks/>
          </p:cNvSpPr>
          <p:nvPr/>
        </p:nvSpPr>
        <p:spPr>
          <a:xfrm>
            <a:off x="974421" y="1026712"/>
            <a:ext cx="7025024" cy="615552"/>
          </a:xfrm>
          <a:prstGeom prst="rect">
            <a:avLst/>
          </a:prstGeom>
        </p:spPr>
        <p:txBody>
          <a:bodyPr/>
          <a:lstStyle>
            <a:lvl1pPr marL="457177" indent="-457177" algn="l" defTabSz="1828709"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531" indent="-457177" algn="l" defTabSz="1828709"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5886" indent="-457177" algn="l" defTabSz="1828709"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240"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594"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altLang="en-US" sz="2100" dirty="0">
                <a:latin typeface="Myriad Pro" pitchFamily="34" charset="0"/>
                <a:ea typeface="ＭＳ Ｐゴシック" panose="020B0600070205080204" pitchFamily="34" charset="-128"/>
                <a:cs typeface="Myriad Pro" pitchFamily="34" charset="0"/>
              </a:rPr>
              <a:t>Data Mining community- privacy aware mining</a:t>
            </a:r>
          </a:p>
          <a:p>
            <a:r>
              <a:rPr lang="en-US" altLang="en-US" sz="2100" dirty="0">
                <a:latin typeface="Myriad Pro" pitchFamily="34" charset="0"/>
                <a:ea typeface="ＭＳ Ｐゴシック" panose="020B0600070205080204" pitchFamily="34" charset="-128"/>
                <a:cs typeface="Myriad Pro" pitchFamily="34" charset="0"/>
              </a:rPr>
              <a:t>Social science community – policy, psychology, etc.…</a:t>
            </a:r>
          </a:p>
          <a:p>
            <a:endParaRPr lang="en-US" altLang="en-US" sz="2100" dirty="0">
              <a:latin typeface="Myriad Pro" pitchFamily="34" charset="0"/>
              <a:ea typeface="ＭＳ Ｐゴシック" panose="020B0600070205080204" pitchFamily="34" charset="-128"/>
              <a:cs typeface="Myriad Pro" pitchFamily="34" charset="0"/>
            </a:endParaRPr>
          </a:p>
        </p:txBody>
      </p:sp>
      <p:sp>
        <p:nvSpPr>
          <p:cNvPr id="7" name="Content Placeholder 8">
            <a:extLst>
              <a:ext uri="{FF2B5EF4-FFF2-40B4-BE49-F238E27FC236}">
                <a16:creationId xmlns:a16="http://schemas.microsoft.com/office/drawing/2014/main" id="{E378517B-8FE7-99A5-9044-FC1C059BACB8}"/>
              </a:ext>
            </a:extLst>
          </p:cNvPr>
          <p:cNvSpPr txBox="1">
            <a:spLocks/>
          </p:cNvSpPr>
          <p:nvPr/>
        </p:nvSpPr>
        <p:spPr>
          <a:xfrm>
            <a:off x="1080068" y="2848206"/>
            <a:ext cx="3709645" cy="1499859"/>
          </a:xfrm>
          <a:prstGeom prst="rect">
            <a:avLst/>
          </a:prstGeom>
        </p:spPr>
        <p:txBody>
          <a:bodyPr/>
          <a:lstStyle>
            <a:lvl1pPr marL="457177" indent="-457177" algn="l" defTabSz="1828709"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531" indent="-457177" algn="l" defTabSz="1828709"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5886" indent="-457177" algn="l" defTabSz="1828709"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240"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594"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spcBef>
                <a:spcPct val="0"/>
              </a:spcBef>
              <a:buFont typeface="Arial" panose="020B0604020202020204" pitchFamily="34" charset="0"/>
              <a:buNone/>
            </a:pPr>
            <a:r>
              <a:rPr lang="en-AU" altLang="en-US" sz="1800" dirty="0"/>
              <a:t>       M. Jordan and T. Mitchell,</a:t>
            </a:r>
          </a:p>
          <a:p>
            <a:pPr>
              <a:spcBef>
                <a:spcPct val="0"/>
              </a:spcBef>
              <a:buFont typeface="Arial" panose="020B0604020202020204" pitchFamily="34" charset="0"/>
              <a:buNone/>
            </a:pPr>
            <a:r>
              <a:rPr lang="en-AU" altLang="en-US" sz="1800" dirty="0"/>
              <a:t>      “Machine learning: trends, perspectives, and prospects,” Science, vol. 349, no. 6245, pp. 255–260, 2015.</a:t>
            </a:r>
            <a:endParaRPr lang="en-US" altLang="en-US" sz="1800" dirty="0">
              <a:latin typeface="Arial" panose="020B0604020202020204" pitchFamily="34" charset="0"/>
            </a:endParaRPr>
          </a:p>
          <a:p>
            <a:pPr>
              <a:buFont typeface="Arial" panose="020B0604020202020204" pitchFamily="34" charset="0"/>
              <a:buNone/>
            </a:pPr>
            <a:endParaRPr lang="en-US" altLang="en-US" sz="2100" dirty="0">
              <a:latin typeface="Myriad Pro" pitchFamily="34" charset="0"/>
              <a:ea typeface="ＭＳ Ｐゴシック" panose="020B0600070205080204" pitchFamily="34" charset="-128"/>
              <a:cs typeface="Myriad Pro" pitchFamily="34" charset="0"/>
            </a:endParaRPr>
          </a:p>
        </p:txBody>
      </p:sp>
      <p:pic>
        <p:nvPicPr>
          <p:cNvPr id="3" name="Picture 1">
            <a:extLst>
              <a:ext uri="{FF2B5EF4-FFF2-40B4-BE49-F238E27FC236}">
                <a16:creationId xmlns:a16="http://schemas.microsoft.com/office/drawing/2014/main" id="{30CF3371-F01E-C898-B0FF-04F9E91B905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62341" y="2071057"/>
            <a:ext cx="3201591" cy="218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1456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C23D8-4528-EBB5-3901-E196D597BC33}"/>
              </a:ext>
            </a:extLst>
          </p:cNvPr>
          <p:cNvSpPr>
            <a:spLocks noGrp="1"/>
          </p:cNvSpPr>
          <p:nvPr>
            <p:ph type="title"/>
          </p:nvPr>
        </p:nvSpPr>
        <p:spPr>
          <a:xfrm>
            <a:off x="666749" y="346750"/>
            <a:ext cx="7855209" cy="797805"/>
          </a:xfrm>
        </p:spPr>
        <p:txBody>
          <a:bodyPr/>
          <a:lstStyle/>
          <a:p>
            <a:r>
              <a:rPr lang="en-AU" dirty="0"/>
              <a:t>Difference between privacy and security</a:t>
            </a:r>
          </a:p>
        </p:txBody>
      </p:sp>
      <p:sp>
        <p:nvSpPr>
          <p:cNvPr id="3" name="Content Placeholder 2">
            <a:extLst>
              <a:ext uri="{FF2B5EF4-FFF2-40B4-BE49-F238E27FC236}">
                <a16:creationId xmlns:a16="http://schemas.microsoft.com/office/drawing/2014/main" id="{6A72B6B6-906E-C36A-056C-8CBCEC8F1F3F}"/>
              </a:ext>
            </a:extLst>
          </p:cNvPr>
          <p:cNvSpPr>
            <a:spLocks noGrp="1"/>
          </p:cNvSpPr>
          <p:nvPr>
            <p:ph idx="1"/>
          </p:nvPr>
        </p:nvSpPr>
        <p:spPr/>
        <p:txBody>
          <a:bodyPr/>
          <a:lstStyle/>
          <a:p>
            <a:pPr marL="285750" indent="-285750">
              <a:buFont typeface="Arial" panose="020B0604020202020204" pitchFamily="34" charset="0"/>
              <a:buChar char="•"/>
            </a:pPr>
            <a:r>
              <a:rPr lang="en-AU" dirty="0"/>
              <a:t>Background difference</a:t>
            </a:r>
          </a:p>
          <a:p>
            <a:r>
              <a:rPr lang="en-AU" dirty="0"/>
              <a:t> - security: know the secret or none (1 or 0)</a:t>
            </a:r>
          </a:p>
          <a:p>
            <a:r>
              <a:rPr lang="en-AU" dirty="0"/>
              <a:t> - privacy: know partial of the secret</a:t>
            </a:r>
          </a:p>
          <a:p>
            <a:endParaRPr lang="en-AU" dirty="0"/>
          </a:p>
          <a:p>
            <a:pPr marL="285750" indent="-285750">
              <a:buFont typeface="Arial" panose="020B0604020202020204" pitchFamily="34" charset="0"/>
              <a:buChar char="•"/>
            </a:pPr>
            <a:r>
              <a:rPr lang="en-AU" dirty="0"/>
              <a:t>Setting difference</a:t>
            </a:r>
          </a:p>
          <a:p>
            <a:r>
              <a:rPr lang="en-AU" dirty="0"/>
              <a:t> - security: against opponents</a:t>
            </a:r>
          </a:p>
          <a:p>
            <a:r>
              <a:rPr lang="en-AU" dirty="0"/>
              <a:t> - privacy: face public</a:t>
            </a:r>
          </a:p>
        </p:txBody>
      </p:sp>
      <p:sp>
        <p:nvSpPr>
          <p:cNvPr id="4" name="Footer Placeholder 3">
            <a:extLst>
              <a:ext uri="{FF2B5EF4-FFF2-40B4-BE49-F238E27FC236}">
                <a16:creationId xmlns:a16="http://schemas.microsoft.com/office/drawing/2014/main" id="{6C1E2952-75F9-8534-FCFF-63F91E6C7CF7}"/>
              </a:ext>
            </a:extLst>
          </p:cNvPr>
          <p:cNvSpPr>
            <a:spLocks noGrp="1"/>
          </p:cNvSpPr>
          <p:nvPr>
            <p:ph type="ftr" sz="quarter" idx="11"/>
          </p:nvPr>
        </p:nvSpPr>
        <p:spPr/>
        <p:txBody>
          <a:bodyPr/>
          <a:lstStyle/>
          <a:p>
            <a:r>
              <a:rPr lang="en-AU" noProof="0"/>
              <a:t>uts.edu.au</a:t>
            </a:r>
            <a:endParaRPr lang="en-AU" noProof="0" dirty="0"/>
          </a:p>
        </p:txBody>
      </p:sp>
    </p:spTree>
    <p:extLst>
      <p:ext uri="{BB962C8B-B14F-4D97-AF65-F5344CB8AC3E}">
        <p14:creationId xmlns:p14="http://schemas.microsoft.com/office/powerpoint/2010/main" val="3166666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5CD6C-FA50-B404-E1E6-C8C2CDD3686E}"/>
              </a:ext>
            </a:extLst>
          </p:cNvPr>
          <p:cNvSpPr>
            <a:spLocks noGrp="1"/>
          </p:cNvSpPr>
          <p:nvPr>
            <p:ph type="title"/>
          </p:nvPr>
        </p:nvSpPr>
        <p:spPr/>
        <p:txBody>
          <a:bodyPr/>
          <a:lstStyle/>
          <a:p>
            <a:r>
              <a:rPr lang="en-US" altLang="zh-CN" dirty="0"/>
              <a:t>Digital privacy</a:t>
            </a:r>
            <a:endParaRPr lang="en-AU" dirty="0"/>
          </a:p>
        </p:txBody>
      </p:sp>
      <p:sp>
        <p:nvSpPr>
          <p:cNvPr id="4" name="Footer Placeholder 3">
            <a:extLst>
              <a:ext uri="{FF2B5EF4-FFF2-40B4-BE49-F238E27FC236}">
                <a16:creationId xmlns:a16="http://schemas.microsoft.com/office/drawing/2014/main" id="{F38C32F3-E85B-48C0-7F4B-505605620B0C}"/>
              </a:ext>
            </a:extLst>
          </p:cNvPr>
          <p:cNvSpPr>
            <a:spLocks noGrp="1"/>
          </p:cNvSpPr>
          <p:nvPr>
            <p:ph type="ftr" sz="quarter" idx="11"/>
          </p:nvPr>
        </p:nvSpPr>
        <p:spPr/>
        <p:txBody>
          <a:bodyPr/>
          <a:lstStyle/>
          <a:p>
            <a:r>
              <a:rPr lang="en-AU" noProof="0"/>
              <a:t>uts.edu.au</a:t>
            </a:r>
            <a:endParaRPr lang="en-AU" noProof="0" dirty="0"/>
          </a:p>
        </p:txBody>
      </p:sp>
      <p:pic>
        <p:nvPicPr>
          <p:cNvPr id="5" name="Picture 2">
            <a:extLst>
              <a:ext uri="{FF2B5EF4-FFF2-40B4-BE49-F238E27FC236}">
                <a16:creationId xmlns:a16="http://schemas.microsoft.com/office/drawing/2014/main" id="{BC78A43D-BF4D-E827-D40B-337FBB45DC3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28327" y="753609"/>
            <a:ext cx="3750905" cy="299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1">
            <a:extLst>
              <a:ext uri="{FF2B5EF4-FFF2-40B4-BE49-F238E27FC236}">
                <a16:creationId xmlns:a16="http://schemas.microsoft.com/office/drawing/2014/main" id="{B89596E3-8157-218D-E4E8-259EA7290102}"/>
              </a:ext>
            </a:extLst>
          </p:cNvPr>
          <p:cNvSpPr>
            <a:spLocks noChangeArrowheads="1"/>
          </p:cNvSpPr>
          <p:nvPr/>
        </p:nvSpPr>
        <p:spPr bwMode="auto">
          <a:xfrm>
            <a:off x="545841" y="3913802"/>
            <a:ext cx="77104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2800">
                <a:solidFill>
                  <a:schemeClr val="tx1"/>
                </a:solidFill>
                <a:latin typeface="Myriad Pro" pitchFamily="34" charset="0"/>
                <a:ea typeface="ＭＳ Ｐゴシック" panose="020B0600070205080204" pitchFamily="34" charset="-128"/>
                <a:cs typeface="Myriad Pro" pitchFamily="34" charset="0"/>
              </a:defRPr>
            </a:lvl1pPr>
            <a:lvl2pPr marL="742950" indent="-285750">
              <a:spcBef>
                <a:spcPct val="20000"/>
              </a:spcBef>
              <a:buFont typeface="Arial" panose="020B0604020202020204" pitchFamily="34" charset="0"/>
              <a:buChar char="–"/>
              <a:defRPr sz="2800">
                <a:solidFill>
                  <a:schemeClr val="tx1"/>
                </a:solidFill>
                <a:latin typeface="Myriad Pro" pitchFamily="34" charset="0"/>
                <a:ea typeface="ＭＳ Ｐゴシック" panose="020B0600070205080204" pitchFamily="34" charset="-128"/>
                <a:cs typeface="Myriad Pro" pitchFamily="34" charset="0"/>
              </a:defRPr>
            </a:lvl2pPr>
            <a:lvl3pPr marL="1143000" indent="-228600">
              <a:spcBef>
                <a:spcPct val="20000"/>
              </a:spcBef>
              <a:buFont typeface="Arial" panose="020B0604020202020204" pitchFamily="34" charset="0"/>
              <a:buChar char="•"/>
              <a:defRPr sz="2400">
                <a:solidFill>
                  <a:schemeClr val="tx1"/>
                </a:solidFill>
                <a:latin typeface="Myriad Pro" pitchFamily="34" charset="0"/>
                <a:ea typeface="ＭＳ Ｐゴシック" panose="020B0600070205080204" pitchFamily="34" charset="-128"/>
                <a:cs typeface="Myriad Pro" pitchFamily="34" charset="0"/>
              </a:defRPr>
            </a:lvl3pPr>
            <a:lvl4pPr marL="1600200" indent="-228600">
              <a:spcBef>
                <a:spcPct val="20000"/>
              </a:spcBef>
              <a:buFont typeface="Arial" panose="020B0604020202020204" pitchFamily="34" charset="0"/>
              <a:buChar char="–"/>
              <a:defRPr sz="2000">
                <a:solidFill>
                  <a:schemeClr val="tx1"/>
                </a:solidFill>
                <a:latin typeface="Myriad Pro" pitchFamily="34" charset="0"/>
                <a:ea typeface="ＭＳ Ｐゴシック" panose="020B0600070205080204" pitchFamily="34" charset="-128"/>
                <a:cs typeface="Myriad Pro" pitchFamily="34" charset="0"/>
              </a:defRPr>
            </a:lvl4pPr>
            <a:lvl5pPr marL="2057400" indent="-228600">
              <a:spcBef>
                <a:spcPct val="20000"/>
              </a:spcBef>
              <a:buFont typeface="Arial" panose="020B0604020202020204" pitchFamily="34" charset="0"/>
              <a:buChar char="»"/>
              <a:defRPr sz="2000">
                <a:solidFill>
                  <a:schemeClr val="tx1"/>
                </a:solidFill>
                <a:latin typeface="Myriad Pro" pitchFamily="34" charset="0"/>
                <a:ea typeface="ＭＳ Ｐゴシック" panose="020B0600070205080204" pitchFamily="34" charset="-128"/>
                <a:cs typeface="Myriad Pro"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Myriad Pro" pitchFamily="34" charset="0"/>
                <a:ea typeface="ＭＳ Ｐゴシック" panose="020B0600070205080204" pitchFamily="34" charset="-128"/>
                <a:cs typeface="Myriad Pro"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Myriad Pro" pitchFamily="34" charset="0"/>
                <a:ea typeface="ＭＳ Ｐゴシック" panose="020B0600070205080204" pitchFamily="34" charset="-128"/>
                <a:cs typeface="Myriad Pro"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Myriad Pro" pitchFamily="34" charset="0"/>
                <a:ea typeface="ＭＳ Ｐゴシック" panose="020B0600070205080204" pitchFamily="34" charset="-128"/>
                <a:cs typeface="Myriad Pro"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Myriad Pro" pitchFamily="34" charset="0"/>
                <a:ea typeface="ＭＳ Ｐゴシック" panose="020B0600070205080204" pitchFamily="34" charset="-128"/>
                <a:cs typeface="Myriad Pro" pitchFamily="34" charset="0"/>
              </a:defRPr>
            </a:lvl9pPr>
          </a:lstStyle>
          <a:p>
            <a:pPr>
              <a:spcBef>
                <a:spcPct val="0"/>
              </a:spcBef>
              <a:buFont typeface="Arial" panose="020B0604020202020204" pitchFamily="34" charset="0"/>
              <a:buNone/>
            </a:pPr>
            <a:r>
              <a:rPr lang="en-AU" altLang="en-US" sz="1400" b="1" dirty="0">
                <a:latin typeface="Arial" panose="020B0604020202020204" pitchFamily="34" charset="0"/>
              </a:rPr>
              <a:t>Shui Yu</a:t>
            </a:r>
            <a:r>
              <a:rPr lang="en-AU" altLang="en-US" sz="1400" dirty="0">
                <a:latin typeface="Arial" panose="020B0604020202020204" pitchFamily="34" charset="0"/>
              </a:rPr>
              <a:t>, “Big Privacy: Challenges and Opportunities in Privacy Study in the Age of Big Data,” </a:t>
            </a:r>
            <a:r>
              <a:rPr lang="en-AU" altLang="en-US" sz="1400" i="1" dirty="0">
                <a:latin typeface="Arial" panose="020B0604020202020204" pitchFamily="34" charset="0"/>
              </a:rPr>
              <a:t>IEEE Access, </a:t>
            </a:r>
            <a:r>
              <a:rPr lang="en-AU" altLang="en-US" sz="1400" dirty="0"/>
              <a:t>no. 4, 2016, pp. 2751-2763</a:t>
            </a:r>
            <a:r>
              <a:rPr lang="en-AU" altLang="en-US" sz="1400" dirty="0">
                <a:latin typeface="Arial" panose="020B0604020202020204" pitchFamily="34" charset="0"/>
              </a:rPr>
              <a:t>.  </a:t>
            </a:r>
            <a:endParaRPr lang="en-US" altLang="en-US" sz="1400" dirty="0">
              <a:latin typeface="Arial" panose="020B0604020202020204" pitchFamily="34" charset="0"/>
            </a:endParaRPr>
          </a:p>
        </p:txBody>
      </p:sp>
    </p:spTree>
    <p:extLst>
      <p:ext uri="{BB962C8B-B14F-4D97-AF65-F5344CB8AC3E}">
        <p14:creationId xmlns:p14="http://schemas.microsoft.com/office/powerpoint/2010/main" val="30721883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p:cNvSpPr txBox="1">
            <a:spLocks/>
          </p:cNvSpPr>
          <p:nvPr/>
        </p:nvSpPr>
        <p:spPr>
          <a:xfrm>
            <a:off x="1184080" y="489770"/>
            <a:ext cx="5657850" cy="578563"/>
          </a:xfrm>
          <a:prstGeom prst="rect">
            <a:avLst/>
          </a:prstGeom>
        </p:spPr>
        <p:txBody>
          <a:bodyPr vert="horz" lIns="0" tIns="0" rIns="0" bIns="0" rtlCol="0" anchor="t" anchorCtr="0">
            <a:noAutofit/>
          </a:bodyPr>
          <a:lstStyle>
            <a:lvl1pPr marL="0" indent="0" algn="l" defTabSz="1828709" rtl="0" eaLnBrk="1" latinLnBrk="0" hangingPunct="1">
              <a:lnSpc>
                <a:spcPts val="6600"/>
              </a:lnSpc>
              <a:spcBef>
                <a:spcPct val="0"/>
              </a:spcBef>
              <a:buNone/>
              <a:tabLst>
                <a:tab pos="2524125" algn="l"/>
                <a:tab pos="3730625" algn="l"/>
              </a:tabLst>
              <a:defRPr sz="6000" kern="1200">
                <a:solidFill>
                  <a:schemeClr val="accent1"/>
                </a:solidFill>
                <a:latin typeface="+mj-lt"/>
                <a:ea typeface="+mj-ea"/>
                <a:cs typeface="+mj-cs"/>
              </a:defRPr>
            </a:lvl1pPr>
          </a:lstStyle>
          <a:p>
            <a:r>
              <a:rPr lang="en-AU" altLang="en-US" sz="2250" dirty="0">
                <a:latin typeface="Myriad Pro" pitchFamily="34" charset="0"/>
                <a:ea typeface="ＭＳ Ｐゴシック" panose="020B0600070205080204" pitchFamily="34" charset="-128"/>
                <a:cs typeface="Myriad Pro" pitchFamily="34" charset="0"/>
              </a:rPr>
              <a:t>Digital Privacy: an Introduction</a:t>
            </a:r>
          </a:p>
        </p:txBody>
      </p:sp>
      <p:sp>
        <p:nvSpPr>
          <p:cNvPr id="3" name="Content Placeholder 8"/>
          <p:cNvSpPr txBox="1">
            <a:spLocks/>
          </p:cNvSpPr>
          <p:nvPr/>
        </p:nvSpPr>
        <p:spPr>
          <a:xfrm>
            <a:off x="1289828" y="1326965"/>
            <a:ext cx="6187103" cy="3531173"/>
          </a:xfrm>
          <a:prstGeom prst="rect">
            <a:avLst/>
          </a:prstGeom>
        </p:spPr>
        <p:txBody>
          <a:bodyPr/>
          <a:lstStyle>
            <a:lvl1pPr marL="457177" indent="-457177" algn="l" defTabSz="1828709"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531" indent="-457177" algn="l" defTabSz="1828709"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5886" indent="-457177" algn="l" defTabSz="1828709"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240"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594"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defRPr/>
            </a:pPr>
            <a:r>
              <a:rPr lang="en-US" altLang="en-US" sz="2100" b="1" i="1" dirty="0">
                <a:latin typeface="Myriad Pro" pitchFamily="34" charset="0"/>
                <a:ea typeface="ＭＳ Ｐゴシック" panose="020B0600070205080204" pitchFamily="34" charset="-128"/>
                <a:cs typeface="Myriad Pro" pitchFamily="34" charset="0"/>
              </a:rPr>
              <a:t>Essential problem of digital privacy</a:t>
            </a:r>
          </a:p>
          <a:p>
            <a:pPr>
              <a:defRPr/>
            </a:pPr>
            <a:r>
              <a:rPr lang="en-US" altLang="en-US" sz="2100" dirty="0">
                <a:latin typeface="Myriad Pro" pitchFamily="34" charset="0"/>
                <a:ea typeface="ＭＳ Ｐゴシック" panose="020B0600070205080204" pitchFamily="34" charset="-128"/>
                <a:cs typeface="Myriad Pro" pitchFamily="34" charset="0"/>
              </a:rPr>
              <a:t>Data utility for public</a:t>
            </a:r>
          </a:p>
          <a:p>
            <a:pPr>
              <a:defRPr/>
            </a:pPr>
            <a:r>
              <a:rPr lang="en-US" altLang="en-US" sz="2100" dirty="0">
                <a:latin typeface="Myriad Pro" pitchFamily="34" charset="0"/>
                <a:ea typeface="ＭＳ Ｐゴシック" panose="020B0600070205080204" pitchFamily="34" charset="-128"/>
                <a:cs typeface="Myriad Pro" pitchFamily="34" charset="0"/>
              </a:rPr>
              <a:t>Privacy protection of data generators</a:t>
            </a:r>
          </a:p>
          <a:p>
            <a:pPr marL="0" indent="0">
              <a:buNone/>
              <a:defRPr/>
            </a:pPr>
            <a:r>
              <a:rPr lang="en-US" altLang="en-US" sz="2100" b="1" i="1" dirty="0">
                <a:solidFill>
                  <a:srgbClr val="FF0000"/>
                </a:solidFill>
                <a:latin typeface="Myriad Pro" pitchFamily="34" charset="0"/>
                <a:ea typeface="ＭＳ Ｐゴシック" panose="020B0600070205080204" pitchFamily="34" charset="-128"/>
                <a:cs typeface="Myriad Pro" pitchFamily="34" charset="0"/>
              </a:rPr>
              <a:t>Goal</a:t>
            </a:r>
          </a:p>
          <a:p>
            <a:pPr marL="0" indent="0">
              <a:buNone/>
              <a:defRPr/>
            </a:pPr>
            <a:r>
              <a:rPr lang="en-US" altLang="en-US" sz="2100" dirty="0">
                <a:latin typeface="Myriad Pro" pitchFamily="34" charset="0"/>
                <a:ea typeface="ＭＳ Ｐゴシック" panose="020B0600070205080204" pitchFamily="34" charset="-128"/>
                <a:cs typeface="Myriad Pro" pitchFamily="34" charset="0"/>
              </a:rPr>
              <a:t>A trade-off between the two perspectives for a given case.</a:t>
            </a:r>
          </a:p>
        </p:txBody>
      </p:sp>
      <p:pic>
        <p:nvPicPr>
          <p:cNvPr id="1026" name="Picture 2" descr="32,601 Trade off Images, Stock Photos &amp; Vectors | Shutterstock">
            <a:extLst>
              <a:ext uri="{FF2B5EF4-FFF2-40B4-BE49-F238E27FC236}">
                <a16:creationId xmlns:a16="http://schemas.microsoft.com/office/drawing/2014/main" id="{84DF6033-4274-63E3-2308-9564D83A29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9321" y="3632174"/>
            <a:ext cx="1981200" cy="14224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1">
            <a:extLst>
              <a:ext uri="{FF2B5EF4-FFF2-40B4-BE49-F238E27FC236}">
                <a16:creationId xmlns:a16="http://schemas.microsoft.com/office/drawing/2014/main" id="{FA8F3643-8FB0-52A7-5F72-36CC796657A9}"/>
              </a:ext>
            </a:extLst>
          </p:cNvPr>
          <p:cNvSpPr>
            <a:spLocks noChangeArrowheads="1"/>
          </p:cNvSpPr>
          <p:nvPr/>
        </p:nvSpPr>
        <p:spPr bwMode="auto">
          <a:xfrm>
            <a:off x="462562" y="4423591"/>
            <a:ext cx="643587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800">
                <a:solidFill>
                  <a:schemeClr val="tx1"/>
                </a:solidFill>
                <a:latin typeface="Myriad Pro" pitchFamily="34" charset="0"/>
                <a:ea typeface="ＭＳ Ｐゴシック" panose="020B0600070205080204" pitchFamily="34" charset="-128"/>
                <a:cs typeface="Myriad Pro" pitchFamily="34" charset="0"/>
              </a:defRPr>
            </a:lvl1pPr>
            <a:lvl2pPr marL="742950" indent="-285750">
              <a:spcBef>
                <a:spcPct val="20000"/>
              </a:spcBef>
              <a:buFont typeface="Arial" panose="020B0604020202020204" pitchFamily="34" charset="0"/>
              <a:buChar char="–"/>
              <a:defRPr sz="2800">
                <a:solidFill>
                  <a:schemeClr val="tx1"/>
                </a:solidFill>
                <a:latin typeface="Myriad Pro" pitchFamily="34" charset="0"/>
                <a:ea typeface="ＭＳ Ｐゴシック" panose="020B0600070205080204" pitchFamily="34" charset="-128"/>
                <a:cs typeface="Myriad Pro" pitchFamily="34" charset="0"/>
              </a:defRPr>
            </a:lvl2pPr>
            <a:lvl3pPr marL="1143000" indent="-228600">
              <a:spcBef>
                <a:spcPct val="20000"/>
              </a:spcBef>
              <a:buFont typeface="Arial" panose="020B0604020202020204" pitchFamily="34" charset="0"/>
              <a:buChar char="•"/>
              <a:defRPr sz="2400">
                <a:solidFill>
                  <a:schemeClr val="tx1"/>
                </a:solidFill>
                <a:latin typeface="Myriad Pro" pitchFamily="34" charset="0"/>
                <a:ea typeface="ＭＳ Ｐゴシック" panose="020B0600070205080204" pitchFamily="34" charset="-128"/>
                <a:cs typeface="Myriad Pro" pitchFamily="34" charset="0"/>
              </a:defRPr>
            </a:lvl3pPr>
            <a:lvl4pPr marL="1600200" indent="-228600">
              <a:spcBef>
                <a:spcPct val="20000"/>
              </a:spcBef>
              <a:buFont typeface="Arial" panose="020B0604020202020204" pitchFamily="34" charset="0"/>
              <a:buChar char="–"/>
              <a:defRPr sz="2000">
                <a:solidFill>
                  <a:schemeClr val="tx1"/>
                </a:solidFill>
                <a:latin typeface="Myriad Pro" pitchFamily="34" charset="0"/>
                <a:ea typeface="ＭＳ Ｐゴシック" panose="020B0600070205080204" pitchFamily="34" charset="-128"/>
                <a:cs typeface="Myriad Pro" pitchFamily="34" charset="0"/>
              </a:defRPr>
            </a:lvl4pPr>
            <a:lvl5pPr marL="2057400" indent="-228600">
              <a:spcBef>
                <a:spcPct val="20000"/>
              </a:spcBef>
              <a:buFont typeface="Arial" panose="020B0604020202020204" pitchFamily="34" charset="0"/>
              <a:buChar char="»"/>
              <a:defRPr sz="2000">
                <a:solidFill>
                  <a:schemeClr val="tx1"/>
                </a:solidFill>
                <a:latin typeface="Myriad Pro" pitchFamily="34" charset="0"/>
                <a:ea typeface="ＭＳ Ｐゴシック" panose="020B0600070205080204" pitchFamily="34" charset="-128"/>
                <a:cs typeface="Myriad Pro" pitchFamily="34" charset="0"/>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Myriad Pro" pitchFamily="34" charset="0"/>
                <a:ea typeface="ＭＳ Ｐゴシック" panose="020B0600070205080204" pitchFamily="34" charset="-128"/>
                <a:cs typeface="Myriad Pro" pitchFamily="34" charset="0"/>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Myriad Pro" pitchFamily="34" charset="0"/>
                <a:ea typeface="ＭＳ Ｐゴシック" panose="020B0600070205080204" pitchFamily="34" charset="-128"/>
                <a:cs typeface="Myriad Pro" pitchFamily="34" charset="0"/>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Myriad Pro" pitchFamily="34" charset="0"/>
                <a:ea typeface="ＭＳ Ｐゴシック" panose="020B0600070205080204" pitchFamily="34" charset="-128"/>
                <a:cs typeface="Myriad Pro" pitchFamily="34" charset="0"/>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Myriad Pro" pitchFamily="34" charset="0"/>
                <a:ea typeface="ＭＳ Ｐゴシック" panose="020B0600070205080204" pitchFamily="34" charset="-128"/>
                <a:cs typeface="Myriad Pro" pitchFamily="34" charset="0"/>
              </a:defRPr>
            </a:lvl9pPr>
          </a:lstStyle>
          <a:p>
            <a:pPr>
              <a:spcBef>
                <a:spcPct val="0"/>
              </a:spcBef>
              <a:buFont typeface="Arial" panose="020B0604020202020204" pitchFamily="34" charset="0"/>
              <a:buNone/>
            </a:pPr>
            <a:r>
              <a:rPr lang="en-AU" altLang="en-US" sz="1400" b="1" dirty="0">
                <a:latin typeface="Arial" panose="020B0604020202020204" pitchFamily="34" charset="0"/>
              </a:rPr>
              <a:t>Shui Yu</a:t>
            </a:r>
            <a:r>
              <a:rPr lang="en-AU" altLang="en-US" sz="1400" dirty="0">
                <a:latin typeface="Arial" panose="020B0604020202020204" pitchFamily="34" charset="0"/>
              </a:rPr>
              <a:t>, “Big Privacy: Challenges and Opportunities in Privacy Study in the Age of Big Data,” </a:t>
            </a:r>
            <a:r>
              <a:rPr lang="en-AU" altLang="en-US" sz="1400" i="1" dirty="0">
                <a:latin typeface="Arial" panose="020B0604020202020204" pitchFamily="34" charset="0"/>
              </a:rPr>
              <a:t>IEEE Access, </a:t>
            </a:r>
            <a:r>
              <a:rPr lang="en-AU" altLang="en-US" sz="1400" dirty="0"/>
              <a:t>no. 4, 2016, pp. 2751-2763</a:t>
            </a:r>
            <a:r>
              <a:rPr lang="en-AU" altLang="en-US" sz="1400" dirty="0">
                <a:latin typeface="Arial" panose="020B0604020202020204" pitchFamily="34" charset="0"/>
              </a:rPr>
              <a:t>.  </a:t>
            </a:r>
            <a:endParaRPr lang="en-US" altLang="en-US" sz="1400" dirty="0">
              <a:latin typeface="Arial" panose="020B0604020202020204" pitchFamily="34" charset="0"/>
            </a:endParaRPr>
          </a:p>
        </p:txBody>
      </p:sp>
    </p:spTree>
    <p:extLst>
      <p:ext uri="{BB962C8B-B14F-4D97-AF65-F5344CB8AC3E}">
        <p14:creationId xmlns:p14="http://schemas.microsoft.com/office/powerpoint/2010/main" val="147305070"/>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p:cNvSpPr txBox="1">
            <a:spLocks/>
          </p:cNvSpPr>
          <p:nvPr/>
        </p:nvSpPr>
        <p:spPr>
          <a:xfrm>
            <a:off x="1557305" y="687226"/>
            <a:ext cx="5657850" cy="578563"/>
          </a:xfrm>
          <a:prstGeom prst="rect">
            <a:avLst/>
          </a:prstGeom>
        </p:spPr>
        <p:txBody>
          <a:bodyPr vert="horz" lIns="0" tIns="0" rIns="0" bIns="0" rtlCol="0" anchor="t" anchorCtr="0">
            <a:noAutofit/>
          </a:bodyPr>
          <a:lstStyle>
            <a:lvl1pPr marL="0" indent="0" algn="l" defTabSz="1828709" rtl="0" eaLnBrk="1" latinLnBrk="0" hangingPunct="1">
              <a:lnSpc>
                <a:spcPts val="6600"/>
              </a:lnSpc>
              <a:spcBef>
                <a:spcPct val="0"/>
              </a:spcBef>
              <a:buNone/>
              <a:tabLst>
                <a:tab pos="2524125" algn="l"/>
                <a:tab pos="3730625" algn="l"/>
              </a:tabLst>
              <a:defRPr sz="6000" kern="1200">
                <a:solidFill>
                  <a:schemeClr val="accent1"/>
                </a:solidFill>
                <a:latin typeface="+mj-lt"/>
                <a:ea typeface="+mj-ea"/>
                <a:cs typeface="+mj-cs"/>
              </a:defRPr>
            </a:lvl1pPr>
          </a:lstStyle>
          <a:p>
            <a:r>
              <a:rPr lang="en-AU" altLang="en-US" sz="2250" dirty="0">
                <a:latin typeface="Myriad Pro" pitchFamily="34" charset="0"/>
                <a:ea typeface="ＭＳ Ｐゴシック" panose="020B0600070205080204" pitchFamily="34" charset="-128"/>
                <a:cs typeface="Myriad Pro" pitchFamily="34" charset="0"/>
              </a:rPr>
              <a:t>Digital Privacy: an Introduction</a:t>
            </a:r>
          </a:p>
        </p:txBody>
      </p:sp>
      <p:sp>
        <p:nvSpPr>
          <p:cNvPr id="3" name="Content Placeholder 8"/>
          <p:cNvSpPr txBox="1">
            <a:spLocks/>
          </p:cNvSpPr>
          <p:nvPr/>
        </p:nvSpPr>
        <p:spPr>
          <a:xfrm>
            <a:off x="1492898" y="1634331"/>
            <a:ext cx="3135086" cy="2821943"/>
          </a:xfrm>
          <a:prstGeom prst="rect">
            <a:avLst/>
          </a:prstGeom>
        </p:spPr>
        <p:txBody>
          <a:bodyPr/>
          <a:lstStyle>
            <a:lvl1pPr marL="457177" indent="-457177" algn="l" defTabSz="1828709"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531" indent="-457177" algn="l" defTabSz="1828709"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5886" indent="-457177" algn="l" defTabSz="1828709"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240"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594"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defRPr/>
            </a:pPr>
            <a:r>
              <a:rPr lang="en-US" altLang="en-US" sz="2100" b="1" i="1" dirty="0">
                <a:latin typeface="Myriad Pro" pitchFamily="34" charset="0"/>
                <a:ea typeface="ＭＳ Ｐゴシック" panose="020B0600070205080204" pitchFamily="34" charset="-128"/>
                <a:cs typeface="Myriad Pro" pitchFamily="34" charset="0"/>
              </a:rPr>
              <a:t>AI and privacy- natural enemies</a:t>
            </a:r>
          </a:p>
          <a:p>
            <a:pPr>
              <a:defRPr/>
            </a:pPr>
            <a:r>
              <a:rPr lang="en-US" altLang="en-US" sz="2100" dirty="0">
                <a:latin typeface="Myriad Pro" pitchFamily="34" charset="0"/>
                <a:ea typeface="ＭＳ Ｐゴシック" panose="020B0600070205080204" pitchFamily="34" charset="-128"/>
                <a:cs typeface="Myriad Pro" pitchFamily="34" charset="0"/>
              </a:rPr>
              <a:t>AI: recommendation is based on personal information</a:t>
            </a:r>
          </a:p>
          <a:p>
            <a:pPr>
              <a:defRPr/>
            </a:pPr>
            <a:r>
              <a:rPr lang="en-US" altLang="en-US" sz="2100" dirty="0">
                <a:latin typeface="Myriad Pro" pitchFamily="34" charset="0"/>
                <a:ea typeface="ＭＳ Ｐゴシック" panose="020B0600070205080204" pitchFamily="34" charset="-128"/>
                <a:cs typeface="Myriad Pro" pitchFamily="34" charset="0"/>
              </a:rPr>
              <a:t>AI needs your sensitive and personal information</a:t>
            </a:r>
          </a:p>
          <a:p>
            <a:pPr>
              <a:defRPr/>
            </a:pPr>
            <a:endParaRPr lang="en-US" altLang="en-US" sz="2100" dirty="0">
              <a:latin typeface="Myriad Pro" pitchFamily="34" charset="0"/>
              <a:ea typeface="ＭＳ Ｐゴシック" panose="020B0600070205080204" pitchFamily="34" charset="-128"/>
              <a:cs typeface="Myriad Pro" pitchFamily="34" charset="0"/>
            </a:endParaRPr>
          </a:p>
          <a:p>
            <a:pPr marL="0" indent="0">
              <a:buNone/>
              <a:defRPr/>
            </a:pPr>
            <a:endParaRPr lang="en-US" altLang="en-US" sz="2100" dirty="0">
              <a:latin typeface="Myriad Pro" pitchFamily="34" charset="0"/>
              <a:ea typeface="ＭＳ Ｐゴシック" panose="020B0600070205080204" pitchFamily="34" charset="-128"/>
              <a:cs typeface="Myriad Pro" pitchFamily="34" charset="0"/>
            </a:endParaRPr>
          </a:p>
        </p:txBody>
      </p:sp>
      <p:pic>
        <p:nvPicPr>
          <p:cNvPr id="2050" name="Picture 2" descr="Cat Chasing Mouse Vector Images (45)">
            <a:extLst>
              <a:ext uri="{FF2B5EF4-FFF2-40B4-BE49-F238E27FC236}">
                <a16:creationId xmlns:a16="http://schemas.microsoft.com/office/drawing/2014/main" id="{F39D253B-2B58-ADA1-9BD5-3C579CA0B0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0917" y="1748910"/>
            <a:ext cx="2875105" cy="26249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9637815"/>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curator may not be trustworthy</a:t>
            </a:r>
          </a:p>
        </p:txBody>
      </p:sp>
      <p:sp>
        <p:nvSpPr>
          <p:cNvPr id="3" name="Content Placeholder 2"/>
          <p:cNvSpPr>
            <a:spLocks noGrp="1"/>
          </p:cNvSpPr>
          <p:nvPr>
            <p:ph idx="1"/>
          </p:nvPr>
        </p:nvSpPr>
        <p:spPr>
          <a:xfrm>
            <a:off x="603688" y="1337957"/>
            <a:ext cx="7810500" cy="3168717"/>
          </a:xfrm>
        </p:spPr>
        <p:txBody>
          <a:bodyPr>
            <a:normAutofit fontScale="85000" lnSpcReduction="10000"/>
          </a:bodyPr>
          <a:lstStyle/>
          <a:p>
            <a:r>
              <a:rPr lang="en-AU" dirty="0"/>
              <a:t>October 2016, sensitive personal information of 550,000 customers of the Australian Red Cross Blood Service was exposed online through human error.</a:t>
            </a:r>
          </a:p>
          <a:p>
            <a:r>
              <a:rPr lang="en-AU" b="1" dirty="0"/>
              <a:t>Qantas (2025):</a:t>
            </a:r>
            <a:r>
              <a:rPr lang="en-AU" dirty="0"/>
              <a:t> A cyberattack compromised the personal data of </a:t>
            </a:r>
            <a:r>
              <a:rPr lang="en-AU" b="1" dirty="0"/>
              <a:t>5.7 million customers</a:t>
            </a:r>
            <a:r>
              <a:rPr lang="en-AU" dirty="0"/>
              <a:t>, including names, emails, phone numbers, and frequent flyer details. The breach originated from a third-party platform and has led to widespread scam attempts. </a:t>
            </a:r>
          </a:p>
          <a:p>
            <a:r>
              <a:rPr lang="en-AU" b="1" dirty="0"/>
              <a:t>Australian National University (ANU):</a:t>
            </a:r>
            <a:r>
              <a:rPr lang="en-AU" dirty="0"/>
              <a:t> Previously targeted in a sophisticated attack that exposed sensitive student and staff data, demonstrating that even highly secure institutions are vulnerable </a:t>
            </a:r>
          </a:p>
          <a:p>
            <a:r>
              <a:rPr lang="en-AU" b="1" dirty="0"/>
              <a:t>Medibank </a:t>
            </a:r>
            <a:r>
              <a:rPr lang="en-AU" dirty="0"/>
              <a:t>…</a:t>
            </a:r>
          </a:p>
          <a:p>
            <a:r>
              <a:rPr lang="en-US" dirty="0"/>
              <a:t>…</a:t>
            </a:r>
            <a:endParaRPr lang="en-AU" dirty="0"/>
          </a:p>
          <a:p>
            <a:pPr lvl="1"/>
            <a:endParaRPr lang="en-US" dirty="0"/>
          </a:p>
        </p:txBody>
      </p:sp>
      <p:sp>
        <p:nvSpPr>
          <p:cNvPr id="4" name="Slide Number Placeholder 3"/>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A8D9AD5-F248-4919-864A-CFD76CC027D6}" type="slidenum">
              <a:rPr lang="en-AU" smtClean="0"/>
              <a:pPr/>
              <a:t>16</a:t>
            </a:fld>
            <a:endParaRPr lang="en-AU"/>
          </a:p>
        </p:txBody>
      </p:sp>
    </p:spTree>
    <p:extLst>
      <p:ext uri="{BB962C8B-B14F-4D97-AF65-F5344CB8AC3E}">
        <p14:creationId xmlns:p14="http://schemas.microsoft.com/office/powerpoint/2010/main" val="2342492495"/>
      </p:ext>
    </p:extLst>
  </p:cSld>
  <p:clrMapOvr>
    <a:masterClrMapping/>
  </p:clrMapOvr>
  <mc:AlternateContent xmlns:mc="http://schemas.openxmlformats.org/markup-compatibility/2006" xmlns:p14="http://schemas.microsoft.com/office/powerpoint/2010/main">
    <mc:Choice Requires="p14">
      <p:transition p14:dur="0" advTm="54419"/>
    </mc:Choice>
    <mc:Fallback xmlns="">
      <p:transition advTm="54419"/>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Roadmap of the </a:t>
            </a:r>
            <a:r>
              <a:rPr lang="en-US" altLang="zh-CN" dirty="0"/>
              <a:t>subject</a:t>
            </a:r>
            <a:r>
              <a:rPr lang="en-AU" dirty="0"/>
              <a:t> </a:t>
            </a:r>
          </a:p>
        </p:txBody>
      </p:sp>
      <p:sp>
        <p:nvSpPr>
          <p:cNvPr id="3" name="Content Placeholder 2"/>
          <p:cNvSpPr>
            <a:spLocks noGrp="1"/>
          </p:cNvSpPr>
          <p:nvPr>
            <p:ph idx="1"/>
          </p:nvPr>
        </p:nvSpPr>
        <p:spPr>
          <a:xfrm>
            <a:off x="622300" y="987391"/>
            <a:ext cx="7810500" cy="3654459"/>
          </a:xfrm>
        </p:spPr>
        <p:txBody>
          <a:bodyPr>
            <a:normAutofit fontScale="55000" lnSpcReduction="20000"/>
          </a:bodyPr>
          <a:lstStyle/>
          <a:p>
            <a:pPr marL="342900" lvl="0" indent="-342900">
              <a:lnSpc>
                <a:spcPct val="107000"/>
              </a:lnSpc>
              <a:buFont typeface="+mj-lt"/>
              <a:buAutoNum type="arabicPeriod"/>
            </a:pPr>
            <a:r>
              <a:rPr lang="en-AU" sz="2500" b="1" kern="100" dirty="0">
                <a:effectLst/>
                <a:latin typeface="Calibri" panose="020F0502020204030204" pitchFamily="34" charset="0"/>
                <a:ea typeface="DengXian" panose="02010600030101010101" pitchFamily="2" charset="-122"/>
                <a:cs typeface="Times New Roman" panose="02020603050405020304" pitchFamily="18" charset="0"/>
              </a:rPr>
              <a:t>Overview of privacy preserving </a:t>
            </a:r>
          </a:p>
          <a:p>
            <a:pPr marL="342900" lvl="0" indent="-342900">
              <a:lnSpc>
                <a:spcPct val="107000"/>
              </a:lnSpc>
              <a:buFont typeface="+mj-lt"/>
              <a:buAutoNum type="arabicPeriod"/>
            </a:pPr>
            <a:r>
              <a:rPr lang="en-AU" sz="2500" b="1" kern="100" dirty="0">
                <a:effectLst/>
                <a:latin typeface="Calibri" panose="020F0502020204030204" pitchFamily="34" charset="0"/>
                <a:ea typeface="DengXian" panose="02010600030101010101" pitchFamily="2" charset="-122"/>
                <a:cs typeface="Times New Roman" panose="02020603050405020304" pitchFamily="18" charset="0"/>
              </a:rPr>
              <a:t>Access control, encryption, and LLM for privacy</a:t>
            </a:r>
          </a:p>
          <a:p>
            <a:pPr marL="342900" lvl="0" indent="-342900">
              <a:lnSpc>
                <a:spcPct val="107000"/>
              </a:lnSpc>
              <a:buFont typeface="+mj-lt"/>
              <a:buAutoNum type="arabicPeriod"/>
            </a:pPr>
            <a:r>
              <a:rPr lang="en-AU" sz="2500" b="1" kern="100" dirty="0">
                <a:effectLst/>
                <a:latin typeface="Calibri" panose="020F0502020204030204" pitchFamily="34" charset="0"/>
                <a:ea typeface="DengXian" panose="02010600030101010101" pitchFamily="2" charset="-122"/>
                <a:cs typeface="Times New Roman" panose="02020603050405020304" pitchFamily="18" charset="0"/>
              </a:rPr>
              <a:t>Anonymization and K-anonymity</a:t>
            </a:r>
          </a:p>
          <a:p>
            <a:pPr marL="342900" lvl="0" indent="-342900">
              <a:lnSpc>
                <a:spcPct val="107000"/>
              </a:lnSpc>
              <a:buFont typeface="+mj-lt"/>
              <a:buAutoNum type="arabicPeriod"/>
            </a:pPr>
            <a:r>
              <a:rPr lang="en-AU" sz="2500" b="1" kern="100" dirty="0">
                <a:effectLst/>
                <a:latin typeface="Calibri" panose="020F0502020204030204" pitchFamily="34" charset="0"/>
                <a:ea typeface="DengXian" panose="02010600030101010101" pitchFamily="2" charset="-122"/>
                <a:cs typeface="Times New Roman" panose="02020603050405020304" pitchFamily="18" charset="0"/>
              </a:rPr>
              <a:t>Differential privacy I</a:t>
            </a:r>
          </a:p>
          <a:p>
            <a:pPr marL="342900" lvl="0" indent="-342900">
              <a:lnSpc>
                <a:spcPct val="107000"/>
              </a:lnSpc>
              <a:buFont typeface="+mj-lt"/>
              <a:buAutoNum type="arabicPeriod"/>
            </a:pPr>
            <a:r>
              <a:rPr lang="en-AU" sz="2500" b="1" kern="100" dirty="0">
                <a:effectLst/>
                <a:latin typeface="Calibri" panose="020F0502020204030204" pitchFamily="34" charset="0"/>
                <a:ea typeface="DengXian" panose="02010600030101010101" pitchFamily="2" charset="-122"/>
                <a:cs typeface="Times New Roman" panose="02020603050405020304" pitchFamily="18" charset="0"/>
              </a:rPr>
              <a:t>Differential privacy II</a:t>
            </a:r>
          </a:p>
          <a:p>
            <a:pPr marL="342900" lvl="0" indent="-342900">
              <a:lnSpc>
                <a:spcPct val="107000"/>
              </a:lnSpc>
              <a:buFont typeface="+mj-lt"/>
              <a:buAutoNum type="arabicPeriod"/>
            </a:pPr>
            <a:r>
              <a:rPr lang="en-AU" sz="2500" b="1" kern="100" dirty="0">
                <a:effectLst/>
                <a:latin typeface="Calibri" panose="020F0502020204030204" pitchFamily="34" charset="0"/>
                <a:ea typeface="DengXian" panose="02010600030101010101" pitchFamily="2" charset="-122"/>
                <a:cs typeface="Times New Roman" panose="02020603050405020304" pitchFamily="18" charset="0"/>
              </a:rPr>
              <a:t>Personalized privacy</a:t>
            </a:r>
          </a:p>
          <a:p>
            <a:pPr marL="342900" lvl="0" indent="-342900">
              <a:lnSpc>
                <a:spcPct val="107000"/>
              </a:lnSpc>
              <a:buFont typeface="+mj-lt"/>
              <a:buAutoNum type="arabicPeriod"/>
            </a:pPr>
            <a:r>
              <a:rPr lang="en-AU" sz="2500" b="1" kern="100" dirty="0">
                <a:effectLst/>
                <a:latin typeface="Calibri" panose="020F0502020204030204" pitchFamily="34" charset="0"/>
                <a:ea typeface="DengXian" panose="02010600030101010101" pitchFamily="2" charset="-122"/>
                <a:cs typeface="Times New Roman" panose="02020603050405020304" pitchFamily="18" charset="0"/>
              </a:rPr>
              <a:t>Web browsing privacy </a:t>
            </a:r>
          </a:p>
          <a:p>
            <a:pPr marL="342900" lvl="0" indent="-342900">
              <a:lnSpc>
                <a:spcPct val="107000"/>
              </a:lnSpc>
              <a:buFont typeface="+mj-lt"/>
              <a:buAutoNum type="arabicPeriod"/>
            </a:pPr>
            <a:r>
              <a:rPr lang="en-AU" sz="2500" b="1" kern="100" dirty="0">
                <a:effectLst/>
                <a:latin typeface="Calibri" panose="020F0502020204030204" pitchFamily="34" charset="0"/>
                <a:ea typeface="DengXian" panose="02010600030101010101" pitchFamily="2" charset="-122"/>
                <a:cs typeface="Times New Roman" panose="02020603050405020304" pitchFamily="18" charset="0"/>
              </a:rPr>
              <a:t>Deepfake attack and countermeasures</a:t>
            </a:r>
          </a:p>
          <a:p>
            <a:pPr marL="342900" lvl="0" indent="-342900">
              <a:lnSpc>
                <a:spcPct val="107000"/>
              </a:lnSpc>
              <a:buFont typeface="+mj-lt"/>
              <a:buAutoNum type="arabicPeriod"/>
            </a:pPr>
            <a:r>
              <a:rPr lang="en-AU" sz="2500" b="1" kern="100" dirty="0">
                <a:effectLst/>
                <a:latin typeface="Calibri" panose="020F0502020204030204" pitchFamily="34" charset="0"/>
                <a:ea typeface="DengXian" panose="02010600030101010101" pitchFamily="2" charset="-122"/>
                <a:cs typeface="Times New Roman" panose="02020603050405020304" pitchFamily="18" charset="0"/>
              </a:rPr>
              <a:t>Federated learning and secure data aggregation</a:t>
            </a:r>
          </a:p>
          <a:p>
            <a:pPr marL="342900" lvl="0" indent="-342900">
              <a:lnSpc>
                <a:spcPct val="107000"/>
              </a:lnSpc>
              <a:buFont typeface="+mj-lt"/>
              <a:buAutoNum type="arabicPeriod"/>
            </a:pPr>
            <a:r>
              <a:rPr lang="en-AU" sz="2500" b="1" kern="100" dirty="0">
                <a:effectLst/>
                <a:latin typeface="Calibri" panose="020F0502020204030204" pitchFamily="34" charset="0"/>
                <a:ea typeface="DengXian" panose="02010600030101010101" pitchFamily="2" charset="-122"/>
                <a:cs typeface="Times New Roman" panose="02020603050405020304" pitchFamily="18" charset="0"/>
              </a:rPr>
              <a:t>Poisoning attack and counter measures</a:t>
            </a:r>
          </a:p>
          <a:p>
            <a:pPr marL="342900" lvl="0" indent="-342900">
              <a:lnSpc>
                <a:spcPct val="107000"/>
              </a:lnSpc>
              <a:buFont typeface="+mj-lt"/>
              <a:buAutoNum type="arabicPeriod"/>
            </a:pPr>
            <a:r>
              <a:rPr lang="en-AU" sz="2500" b="1" kern="100" dirty="0">
                <a:effectLst/>
                <a:latin typeface="Calibri" panose="020F0502020204030204" pitchFamily="34" charset="0"/>
                <a:ea typeface="DengXian" panose="02010600030101010101" pitchFamily="2" charset="-122"/>
                <a:cs typeface="Times New Roman" panose="02020603050405020304" pitchFamily="18" charset="0"/>
              </a:rPr>
              <a:t>Machine unlearning</a:t>
            </a:r>
          </a:p>
          <a:p>
            <a:pPr marL="342900" lvl="0" indent="-342900">
              <a:lnSpc>
                <a:spcPct val="107000"/>
              </a:lnSpc>
              <a:spcAft>
                <a:spcPts val="800"/>
              </a:spcAft>
              <a:buFont typeface="+mj-lt"/>
              <a:buAutoNum type="arabicPeriod"/>
            </a:pPr>
            <a:r>
              <a:rPr lang="en-AU" sz="2500" b="1" kern="100" dirty="0">
                <a:effectLst/>
                <a:latin typeface="Calibri" panose="020F0502020204030204" pitchFamily="34" charset="0"/>
                <a:ea typeface="DengXian" panose="02010600030101010101" pitchFamily="2" charset="-122"/>
                <a:cs typeface="Times New Roman" panose="02020603050405020304" pitchFamily="18" charset="0"/>
              </a:rPr>
              <a:t>Subject review</a:t>
            </a:r>
            <a:endParaRPr lang="en-AU" sz="2500" b="1" dirty="0"/>
          </a:p>
          <a:p>
            <a:endParaRPr lang="en-AU" dirty="0"/>
          </a:p>
        </p:txBody>
      </p:sp>
      <p:sp>
        <p:nvSpPr>
          <p:cNvPr id="4" name="Slide Number Placeholder 3"/>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A8D9AD5-F248-4919-864A-CFD76CC027D6}" type="slidenum">
              <a:rPr lang="en-AU" smtClean="0"/>
              <a:pPr/>
              <a:t>17</a:t>
            </a:fld>
            <a:endParaRPr lang="en-AU"/>
          </a:p>
        </p:txBody>
      </p:sp>
    </p:spTree>
    <p:extLst>
      <p:ext uri="{BB962C8B-B14F-4D97-AF65-F5344CB8AC3E}">
        <p14:creationId xmlns:p14="http://schemas.microsoft.com/office/powerpoint/2010/main" val="179239252"/>
      </p:ext>
    </p:extLst>
  </p:cSld>
  <p:clrMapOvr>
    <a:masterClrMapping/>
  </p:clrMapOvr>
  <mc:AlternateContent xmlns:mc="http://schemas.openxmlformats.org/markup-compatibility/2006" xmlns:p14="http://schemas.microsoft.com/office/powerpoint/2010/main">
    <mc:Choice Requires="p14">
      <p:transition p14:dur="0" advTm="20185"/>
    </mc:Choice>
    <mc:Fallback xmlns="">
      <p:transition advTm="20185"/>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References</a:t>
            </a:r>
          </a:p>
        </p:txBody>
      </p:sp>
      <p:sp>
        <p:nvSpPr>
          <p:cNvPr id="3" name="Content Placeholder 2"/>
          <p:cNvSpPr>
            <a:spLocks noGrp="1"/>
          </p:cNvSpPr>
          <p:nvPr>
            <p:ph idx="1"/>
          </p:nvPr>
        </p:nvSpPr>
        <p:spPr>
          <a:xfrm>
            <a:off x="1246726" y="3998332"/>
            <a:ext cx="3556000" cy="415959"/>
          </a:xfrm>
        </p:spPr>
        <p:txBody>
          <a:bodyPr>
            <a:normAutofit/>
          </a:bodyPr>
          <a:lstStyle/>
          <a:p>
            <a:r>
              <a:rPr lang="en-AU" dirty="0"/>
              <a:t>Available at UTS library </a:t>
            </a:r>
          </a:p>
        </p:txBody>
      </p:sp>
      <p:sp>
        <p:nvSpPr>
          <p:cNvPr id="4" name="Slide Number Placeholder 3"/>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A8D9AD5-F248-4919-864A-CFD76CC027D6}" type="slidenum">
              <a:rPr lang="en-AU" smtClean="0"/>
              <a:pPr/>
              <a:t>18</a:t>
            </a:fld>
            <a:endParaRPr lang="en-AU"/>
          </a:p>
        </p:txBody>
      </p:sp>
      <p:pic>
        <p:nvPicPr>
          <p:cNvPr id="5" name="Picture 4">
            <a:extLst>
              <a:ext uri="{FF2B5EF4-FFF2-40B4-BE49-F238E27FC236}">
                <a16:creationId xmlns:a16="http://schemas.microsoft.com/office/drawing/2014/main" id="{E206B205-7F44-2C88-AF4D-A75B1DD7D84D}"/>
              </a:ext>
            </a:extLst>
          </p:cNvPr>
          <p:cNvPicPr>
            <a:picLocks noChangeAspect="1"/>
          </p:cNvPicPr>
          <p:nvPr/>
        </p:nvPicPr>
        <p:blipFill rotWithShape="1">
          <a:blip r:embed="rId2"/>
          <a:srcRect l="5165" r="3213" b="2"/>
          <a:stretch/>
        </p:blipFill>
        <p:spPr>
          <a:xfrm>
            <a:off x="1246726" y="853985"/>
            <a:ext cx="2216849" cy="3072384"/>
          </a:xfrm>
          <a:prstGeom prst="rect">
            <a:avLst/>
          </a:prstGeom>
        </p:spPr>
      </p:pic>
      <p:sp>
        <p:nvSpPr>
          <p:cNvPr id="6" name="Content Placeholder 2">
            <a:extLst>
              <a:ext uri="{FF2B5EF4-FFF2-40B4-BE49-F238E27FC236}">
                <a16:creationId xmlns:a16="http://schemas.microsoft.com/office/drawing/2014/main" id="{D595C79D-5A8B-AFBD-CDE5-99511C291963}"/>
              </a:ext>
            </a:extLst>
          </p:cNvPr>
          <p:cNvSpPr txBox="1">
            <a:spLocks/>
          </p:cNvSpPr>
          <p:nvPr/>
        </p:nvSpPr>
        <p:spPr>
          <a:xfrm>
            <a:off x="5448300" y="1045582"/>
            <a:ext cx="2559050" cy="2097668"/>
          </a:xfrm>
          <a:prstGeom prst="rect">
            <a:avLst/>
          </a:prstGeom>
        </p:spPr>
        <p:txBody>
          <a:bodyPr vert="horz" lIns="0" tIns="0" rIns="0" bIns="0" rtlCol="0">
            <a:normAutofit/>
          </a:bodyPr>
          <a:lstStyle>
            <a:lvl1pPr marL="0" indent="0" algn="l" defTabSz="914400" rtl="0" eaLnBrk="1" latinLnBrk="0" hangingPunct="1">
              <a:lnSpc>
                <a:spcPts val="2000"/>
              </a:lnSpc>
              <a:spcBef>
                <a:spcPts val="0"/>
              </a:spcBef>
              <a:spcAft>
                <a:spcPts val="800"/>
              </a:spcAft>
              <a:buFontTx/>
              <a:buNone/>
              <a:defRPr sz="1800" kern="1200">
                <a:solidFill>
                  <a:schemeClr val="tx1"/>
                </a:solidFill>
                <a:latin typeface="+mn-lt"/>
                <a:ea typeface="+mn-ea"/>
                <a:cs typeface="+mn-cs"/>
              </a:defRPr>
            </a:lvl1pPr>
            <a:lvl2pPr marL="0" indent="0" algn="l" defTabSz="914400" rtl="0" eaLnBrk="1" latinLnBrk="0" hangingPunct="1">
              <a:lnSpc>
                <a:spcPts val="2400"/>
              </a:lnSpc>
              <a:spcBef>
                <a:spcPts val="0"/>
              </a:spcBef>
              <a:spcAft>
                <a:spcPts val="400"/>
              </a:spcAft>
              <a:buFontTx/>
              <a:buNone/>
              <a:defRPr sz="2200" b="1" kern="1200">
                <a:solidFill>
                  <a:schemeClr val="tx1"/>
                </a:solidFill>
                <a:latin typeface="+mn-lt"/>
                <a:ea typeface="+mn-ea"/>
                <a:cs typeface="+mn-cs"/>
              </a:defRPr>
            </a:lvl2pPr>
            <a:lvl3pPr marL="216000" indent="-216000" algn="l" defTabSz="914400" rtl="0" eaLnBrk="1" latinLnBrk="0" hangingPunct="1">
              <a:lnSpc>
                <a:spcPts val="2000"/>
              </a:lnSpc>
              <a:spcBef>
                <a:spcPts val="0"/>
              </a:spcBef>
              <a:spcAft>
                <a:spcPts val="800"/>
              </a:spcAft>
              <a:buFont typeface="Arial" pitchFamily="34" charset="0"/>
              <a:buChar char="&gt;"/>
              <a:defRPr sz="1800" kern="1200">
                <a:solidFill>
                  <a:schemeClr val="tx1"/>
                </a:solidFill>
                <a:latin typeface="+mn-lt"/>
                <a:ea typeface="+mn-ea"/>
                <a:cs typeface="+mn-cs"/>
              </a:defRPr>
            </a:lvl3pPr>
            <a:lvl4pPr marL="432000" indent="-215900" algn="l" defTabSz="914400" rtl="0" eaLnBrk="1" latinLnBrk="0" hangingPunct="1">
              <a:lnSpc>
                <a:spcPts val="2000"/>
              </a:lnSpc>
              <a:spcBef>
                <a:spcPts val="0"/>
              </a:spcBef>
              <a:spcAft>
                <a:spcPts val="800"/>
              </a:spcAft>
              <a:buFont typeface="Arial" pitchFamily="34" charset="0"/>
              <a:buChar char="&gt;"/>
              <a:defRPr sz="1800" kern="1200">
                <a:solidFill>
                  <a:schemeClr val="tx1"/>
                </a:solidFill>
                <a:latin typeface="+mn-lt"/>
                <a:ea typeface="+mn-ea"/>
                <a:cs typeface="+mn-cs"/>
              </a:defRPr>
            </a:lvl4pPr>
            <a:lvl5pPr marL="648000" indent="-216000" algn="l" defTabSz="914400" rtl="0" eaLnBrk="1" latinLnBrk="0" hangingPunct="1">
              <a:lnSpc>
                <a:spcPts val="2000"/>
              </a:lnSpc>
              <a:spcBef>
                <a:spcPts val="0"/>
              </a:spcBef>
              <a:spcAft>
                <a:spcPts val="800"/>
              </a:spcAft>
              <a:buFont typeface="Arial" pitchFamily="34" charset="0"/>
              <a:buChar char="&gt;"/>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AU" dirty="0"/>
              <a:t>Other material will be </a:t>
            </a:r>
          </a:p>
          <a:p>
            <a:r>
              <a:rPr lang="en-AU" dirty="0"/>
              <a:t>available at Canvas </a:t>
            </a:r>
          </a:p>
        </p:txBody>
      </p:sp>
    </p:spTree>
    <p:extLst>
      <p:ext uri="{BB962C8B-B14F-4D97-AF65-F5344CB8AC3E}">
        <p14:creationId xmlns:p14="http://schemas.microsoft.com/office/powerpoint/2010/main" val="3768784065"/>
      </p:ext>
    </p:extLst>
  </p:cSld>
  <p:clrMapOvr>
    <a:masterClrMapping/>
  </p:clrMapOvr>
  <mc:AlternateContent xmlns:mc="http://schemas.openxmlformats.org/markup-compatibility/2006" xmlns:p14="http://schemas.microsoft.com/office/powerpoint/2010/main">
    <mc:Choice Requires="p14">
      <p:transition p14:dur="0" advTm="20185"/>
    </mc:Choice>
    <mc:Fallback xmlns="">
      <p:transition advTm="20185"/>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FF252-90FE-B390-8B0A-C7B39624D7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B2C7AC-C715-0DB0-7609-0524FDE1FDED}"/>
              </a:ext>
            </a:extLst>
          </p:cNvPr>
          <p:cNvSpPr>
            <a:spLocks noGrp="1"/>
          </p:cNvSpPr>
          <p:nvPr>
            <p:ph type="title"/>
          </p:nvPr>
        </p:nvSpPr>
        <p:spPr>
          <a:xfrm>
            <a:off x="666749" y="346750"/>
            <a:ext cx="7855209" cy="359073"/>
          </a:xfrm>
        </p:spPr>
        <p:txBody>
          <a:bodyPr/>
          <a:lstStyle/>
          <a:p>
            <a:r>
              <a:rPr lang="en-AU" dirty="0"/>
              <a:t>New directions of privacy protection</a:t>
            </a:r>
          </a:p>
        </p:txBody>
      </p:sp>
      <p:sp>
        <p:nvSpPr>
          <p:cNvPr id="3" name="Content Placeholder 2">
            <a:extLst>
              <a:ext uri="{FF2B5EF4-FFF2-40B4-BE49-F238E27FC236}">
                <a16:creationId xmlns:a16="http://schemas.microsoft.com/office/drawing/2014/main" id="{585C3BC1-80C0-41FE-46F1-33C7376C9778}"/>
              </a:ext>
            </a:extLst>
          </p:cNvPr>
          <p:cNvSpPr>
            <a:spLocks noGrp="1"/>
          </p:cNvSpPr>
          <p:nvPr>
            <p:ph idx="1"/>
          </p:nvPr>
        </p:nvSpPr>
        <p:spPr>
          <a:xfrm>
            <a:off x="666750" y="1293813"/>
            <a:ext cx="3417158" cy="3168717"/>
          </a:xfrm>
        </p:spPr>
        <p:txBody>
          <a:bodyPr/>
          <a:lstStyle/>
          <a:p>
            <a:pPr marL="285750" indent="-285750">
              <a:buFont typeface="Arial" panose="020B0604020202020204" pitchFamily="34" charset="0"/>
              <a:buChar char="•"/>
            </a:pPr>
            <a:r>
              <a:rPr lang="en-AU" dirty="0"/>
              <a:t>Cross disciplinary study</a:t>
            </a:r>
          </a:p>
          <a:p>
            <a:r>
              <a:rPr lang="en-AU" dirty="0"/>
              <a:t> - Privacy + psychology</a:t>
            </a:r>
          </a:p>
          <a:p>
            <a:r>
              <a:rPr lang="en-AU" dirty="0"/>
              <a:t> - Privacy + economics</a:t>
            </a:r>
          </a:p>
          <a:p>
            <a:endParaRPr lang="en-AU" dirty="0"/>
          </a:p>
          <a:p>
            <a:r>
              <a:rPr lang="en-AU" dirty="0"/>
              <a:t> - Blind Computing</a:t>
            </a:r>
          </a:p>
          <a:p>
            <a:r>
              <a:rPr lang="en-AU" dirty="0"/>
              <a:t> - …</a:t>
            </a:r>
          </a:p>
          <a:p>
            <a:endParaRPr lang="en-AU" dirty="0"/>
          </a:p>
          <a:p>
            <a:endParaRPr lang="en-AU" dirty="0"/>
          </a:p>
          <a:p>
            <a:endParaRPr lang="en-AU" dirty="0"/>
          </a:p>
          <a:p>
            <a:endParaRPr lang="en-AU" dirty="0"/>
          </a:p>
        </p:txBody>
      </p:sp>
      <p:sp>
        <p:nvSpPr>
          <p:cNvPr id="4" name="Footer Placeholder 3">
            <a:extLst>
              <a:ext uri="{FF2B5EF4-FFF2-40B4-BE49-F238E27FC236}">
                <a16:creationId xmlns:a16="http://schemas.microsoft.com/office/drawing/2014/main" id="{E7566042-BFC0-2DDD-E360-F2FED8AA3936}"/>
              </a:ext>
            </a:extLst>
          </p:cNvPr>
          <p:cNvSpPr>
            <a:spLocks noGrp="1"/>
          </p:cNvSpPr>
          <p:nvPr>
            <p:ph type="ftr" sz="quarter" idx="11"/>
          </p:nvPr>
        </p:nvSpPr>
        <p:spPr/>
        <p:txBody>
          <a:bodyPr/>
          <a:lstStyle/>
          <a:p>
            <a:r>
              <a:rPr lang="en-AU" noProof="0"/>
              <a:t>uts.edu.au</a:t>
            </a:r>
            <a:endParaRPr lang="en-AU" noProof="0" dirty="0"/>
          </a:p>
        </p:txBody>
      </p:sp>
      <p:pic>
        <p:nvPicPr>
          <p:cNvPr id="6" name="Picture 5">
            <a:extLst>
              <a:ext uri="{FF2B5EF4-FFF2-40B4-BE49-F238E27FC236}">
                <a16:creationId xmlns:a16="http://schemas.microsoft.com/office/drawing/2014/main" id="{F69D81CC-3431-80FD-DAC2-C39BC281EE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4302" y="946780"/>
            <a:ext cx="1995262" cy="2660350"/>
          </a:xfrm>
          <a:prstGeom prst="rect">
            <a:avLst/>
          </a:prstGeom>
        </p:spPr>
      </p:pic>
      <p:sp>
        <p:nvSpPr>
          <p:cNvPr id="10" name="TextBox 9">
            <a:extLst>
              <a:ext uri="{FF2B5EF4-FFF2-40B4-BE49-F238E27FC236}">
                <a16:creationId xmlns:a16="http://schemas.microsoft.com/office/drawing/2014/main" id="{13D57600-8843-682E-447F-40671ED43F19}"/>
              </a:ext>
            </a:extLst>
          </p:cNvPr>
          <p:cNvSpPr txBox="1"/>
          <p:nvPr/>
        </p:nvSpPr>
        <p:spPr>
          <a:xfrm>
            <a:off x="5288692" y="3776666"/>
            <a:ext cx="3336325" cy="276999"/>
          </a:xfrm>
          <a:prstGeom prst="rect">
            <a:avLst/>
          </a:prstGeom>
          <a:noFill/>
        </p:spPr>
        <p:txBody>
          <a:bodyPr wrap="square">
            <a:spAutoFit/>
          </a:bodyPr>
          <a:lstStyle/>
          <a:p>
            <a:r>
              <a:rPr lang="en-AU" sz="1200" dirty="0">
                <a:hlinkClick r:id="rId3"/>
              </a:rPr>
              <a:t>https://en.wikipedia.org/wiki/Gilles_Brassard</a:t>
            </a:r>
            <a:r>
              <a:rPr lang="en-AU" sz="1200" dirty="0"/>
              <a:t> </a:t>
            </a:r>
          </a:p>
        </p:txBody>
      </p:sp>
    </p:spTree>
    <p:extLst>
      <p:ext uri="{BB962C8B-B14F-4D97-AF65-F5344CB8AC3E}">
        <p14:creationId xmlns:p14="http://schemas.microsoft.com/office/powerpoint/2010/main" val="37191260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782FD-AF08-7BC3-B4D0-E5AB84ADBA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8C2A80-DB97-B658-8D4E-6EC87A920836}"/>
              </a:ext>
            </a:extLst>
          </p:cNvPr>
          <p:cNvSpPr>
            <a:spLocks noGrp="1"/>
          </p:cNvSpPr>
          <p:nvPr>
            <p:ph type="title"/>
          </p:nvPr>
        </p:nvSpPr>
        <p:spPr>
          <a:xfrm>
            <a:off x="475570" y="325168"/>
            <a:ext cx="7886700" cy="718145"/>
          </a:xfrm>
        </p:spPr>
        <p:txBody>
          <a:bodyPr/>
          <a:lstStyle/>
          <a:p>
            <a:r>
              <a:rPr lang="en-AU" dirty="0"/>
              <a:t>Is (Unconditional) Blind Computing Possible ? </a:t>
            </a:r>
          </a:p>
        </p:txBody>
      </p:sp>
      <p:pic>
        <p:nvPicPr>
          <p:cNvPr id="4" name="Picture 3">
            <a:extLst>
              <a:ext uri="{FF2B5EF4-FFF2-40B4-BE49-F238E27FC236}">
                <a16:creationId xmlns:a16="http://schemas.microsoft.com/office/drawing/2014/main" id="{C8F86CC8-93D8-2D9F-97A3-697A4E62B33C}"/>
              </a:ext>
            </a:extLst>
          </p:cNvPr>
          <p:cNvPicPr>
            <a:picLocks noChangeAspect="1"/>
          </p:cNvPicPr>
          <p:nvPr/>
        </p:nvPicPr>
        <p:blipFill>
          <a:blip r:embed="rId2"/>
          <a:stretch>
            <a:fillRect/>
          </a:stretch>
        </p:blipFill>
        <p:spPr>
          <a:xfrm>
            <a:off x="935072" y="1567142"/>
            <a:ext cx="3720549" cy="2175575"/>
          </a:xfrm>
          <a:prstGeom prst="rect">
            <a:avLst/>
          </a:prstGeom>
        </p:spPr>
      </p:pic>
      <p:pic>
        <p:nvPicPr>
          <p:cNvPr id="6" name="Picture 5">
            <a:extLst>
              <a:ext uri="{FF2B5EF4-FFF2-40B4-BE49-F238E27FC236}">
                <a16:creationId xmlns:a16="http://schemas.microsoft.com/office/drawing/2014/main" id="{E3CD73CA-631C-0666-14DE-6EE5CA3F84B9}"/>
              </a:ext>
            </a:extLst>
          </p:cNvPr>
          <p:cNvPicPr>
            <a:picLocks noChangeAspect="1"/>
          </p:cNvPicPr>
          <p:nvPr/>
        </p:nvPicPr>
        <p:blipFill>
          <a:blip r:embed="rId3"/>
          <a:stretch>
            <a:fillRect/>
          </a:stretch>
        </p:blipFill>
        <p:spPr>
          <a:xfrm>
            <a:off x="5663247" y="1349713"/>
            <a:ext cx="2300342" cy="2954777"/>
          </a:xfrm>
          <a:prstGeom prst="rect">
            <a:avLst/>
          </a:prstGeom>
        </p:spPr>
      </p:pic>
      <p:sp>
        <p:nvSpPr>
          <p:cNvPr id="8" name="TextBox 7">
            <a:extLst>
              <a:ext uri="{FF2B5EF4-FFF2-40B4-BE49-F238E27FC236}">
                <a16:creationId xmlns:a16="http://schemas.microsoft.com/office/drawing/2014/main" id="{82C59CF2-4E61-7C3E-A65A-8F993975F86E}"/>
              </a:ext>
            </a:extLst>
          </p:cNvPr>
          <p:cNvSpPr txBox="1"/>
          <p:nvPr/>
        </p:nvSpPr>
        <p:spPr>
          <a:xfrm>
            <a:off x="1092463" y="4027490"/>
            <a:ext cx="3479537" cy="300082"/>
          </a:xfrm>
          <a:prstGeom prst="rect">
            <a:avLst/>
          </a:prstGeom>
          <a:noFill/>
        </p:spPr>
        <p:txBody>
          <a:bodyPr wrap="square">
            <a:spAutoFit/>
          </a:bodyPr>
          <a:lstStyle/>
          <a:p>
            <a:r>
              <a:rPr lang="en-AU" sz="1350" dirty="0"/>
              <a:t>Science, 20 Jan 2012 Vol 335, Issue 6066</a:t>
            </a:r>
          </a:p>
        </p:txBody>
      </p:sp>
      <p:sp>
        <p:nvSpPr>
          <p:cNvPr id="5" name="Slide Number Placeholder 4">
            <a:extLst>
              <a:ext uri="{FF2B5EF4-FFF2-40B4-BE49-F238E27FC236}">
                <a16:creationId xmlns:a16="http://schemas.microsoft.com/office/drawing/2014/main" id="{EAAC2FB8-C383-712F-5695-CB287713B748}"/>
              </a:ext>
            </a:extLst>
          </p:cNvPr>
          <p:cNvSpPr>
            <a:spLocks noGrp="1"/>
          </p:cNvSpPr>
          <p:nvPr>
            <p:ph type="sldNum" sz="quarter" idx="12"/>
          </p:nvPr>
        </p:nvSpPr>
        <p:spPr/>
        <p:txBody>
          <a:bodyPr/>
          <a:lstStyle/>
          <a:p>
            <a:endParaRPr lang="en-AU" dirty="0"/>
          </a:p>
        </p:txBody>
      </p:sp>
    </p:spTree>
    <p:extLst>
      <p:ext uri="{BB962C8B-B14F-4D97-AF65-F5344CB8AC3E}">
        <p14:creationId xmlns:p14="http://schemas.microsoft.com/office/powerpoint/2010/main" val="11659969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B799D6-B687-03D5-6C5E-8EA7129FDAD4}"/>
              </a:ext>
            </a:extLst>
          </p:cNvPr>
          <p:cNvSpPr>
            <a:spLocks noGrp="1"/>
          </p:cNvSpPr>
          <p:nvPr>
            <p:ph type="sldNum" sz="quarter" idx="12"/>
          </p:nvPr>
        </p:nvSpPr>
        <p:spPr/>
        <p:txBody>
          <a:bodyPr/>
          <a:lstStyle/>
          <a:p>
            <a:fld id="{3F194021-86F1-435D-A406-B4777E6B2643}" type="slidenum">
              <a:rPr lang="en-AU" smtClean="0"/>
              <a:t>21</a:t>
            </a:fld>
            <a:endParaRPr lang="en-AU"/>
          </a:p>
        </p:txBody>
      </p:sp>
      <p:sp>
        <p:nvSpPr>
          <p:cNvPr id="3" name="Title 1">
            <a:extLst>
              <a:ext uri="{FF2B5EF4-FFF2-40B4-BE49-F238E27FC236}">
                <a16:creationId xmlns:a16="http://schemas.microsoft.com/office/drawing/2014/main" id="{9A7B53B3-E5BE-9C4B-A687-85326CCF313A}"/>
              </a:ext>
            </a:extLst>
          </p:cNvPr>
          <p:cNvSpPr txBox="1">
            <a:spLocks/>
          </p:cNvSpPr>
          <p:nvPr/>
        </p:nvSpPr>
        <p:spPr>
          <a:xfrm>
            <a:off x="933303" y="909845"/>
            <a:ext cx="2911554" cy="2913126"/>
          </a:xfrm>
          <a:prstGeom prst="rect">
            <a:avLst/>
          </a:prstGeom>
        </p:spPr>
        <p:txBody>
          <a:bodyPr vert="horz" lIns="34290" tIns="17145" rIns="34290" bIns="17145" rtlCol="0" anchor="b" anchorCtr="0">
            <a:normAutofit/>
          </a:bodyPr>
          <a:lstStyle>
            <a:lvl1pPr marL="0" indent="0" algn="l" defTabSz="1828709" rtl="0" eaLnBrk="1" latinLnBrk="0" hangingPunct="1">
              <a:lnSpc>
                <a:spcPts val="6600"/>
              </a:lnSpc>
              <a:spcBef>
                <a:spcPct val="0"/>
              </a:spcBef>
              <a:buNone/>
              <a:tabLst>
                <a:tab pos="2524125" algn="l"/>
                <a:tab pos="3730625" algn="l"/>
              </a:tabLst>
              <a:defRPr sz="6000" kern="1200">
                <a:solidFill>
                  <a:schemeClr val="accent1"/>
                </a:solidFill>
                <a:latin typeface="+mj-lt"/>
                <a:ea typeface="+mj-ea"/>
                <a:cs typeface="+mj-cs"/>
              </a:defRPr>
            </a:lvl1pPr>
          </a:lstStyle>
          <a:p>
            <a:pPr defTabSz="342900">
              <a:lnSpc>
                <a:spcPct val="90000"/>
              </a:lnSpc>
              <a:spcAft>
                <a:spcPts val="225"/>
              </a:spcAft>
            </a:pPr>
            <a:r>
              <a:rPr lang="en-US" altLang="en-US" sz="1725" dirty="0">
                <a:solidFill>
                  <a:schemeClr val="tx1"/>
                </a:solidFill>
              </a:rPr>
              <a:t>                 Thank you </a:t>
            </a:r>
            <a:br>
              <a:rPr lang="en-US" altLang="en-US" sz="1725" dirty="0">
                <a:solidFill>
                  <a:schemeClr val="tx1"/>
                </a:solidFill>
              </a:rPr>
            </a:br>
            <a:r>
              <a:rPr lang="en-US" altLang="en-US" sz="1725" dirty="0">
                <a:solidFill>
                  <a:schemeClr val="tx1"/>
                </a:solidFill>
              </a:rPr>
              <a:t>                        &amp;</a:t>
            </a:r>
            <a:br>
              <a:rPr lang="en-US" altLang="en-US" sz="1725" dirty="0">
                <a:solidFill>
                  <a:schemeClr val="tx1"/>
                </a:solidFill>
              </a:rPr>
            </a:br>
            <a:r>
              <a:rPr lang="en-US" altLang="en-US" sz="1725" dirty="0">
                <a:solidFill>
                  <a:schemeClr val="tx1"/>
                </a:solidFill>
              </a:rPr>
              <a:t>                Questions</a:t>
            </a:r>
            <a:br>
              <a:rPr lang="en-US" altLang="en-US" sz="1725" dirty="0">
                <a:solidFill>
                  <a:schemeClr val="tx1"/>
                </a:solidFill>
              </a:rPr>
            </a:br>
            <a:br>
              <a:rPr lang="en-US" altLang="en-US" sz="1725" dirty="0">
                <a:solidFill>
                  <a:schemeClr val="tx1"/>
                </a:solidFill>
              </a:rPr>
            </a:br>
            <a:br>
              <a:rPr lang="en-US" altLang="en-US" sz="1725" dirty="0">
                <a:solidFill>
                  <a:schemeClr val="tx1"/>
                </a:solidFill>
              </a:rPr>
            </a:br>
            <a:r>
              <a:rPr lang="en-US" altLang="en-US" sz="1725" dirty="0">
                <a:solidFill>
                  <a:schemeClr val="tx1"/>
                </a:solidFill>
              </a:rPr>
              <a:t>http://www.uts.edu.au/syu</a:t>
            </a:r>
            <a:br>
              <a:rPr lang="en-US" altLang="en-US" sz="1725" dirty="0">
                <a:solidFill>
                  <a:schemeClr val="tx1"/>
                </a:solidFill>
              </a:rPr>
            </a:br>
            <a:r>
              <a:rPr lang="en-US" altLang="en-US" sz="1725" dirty="0">
                <a:solidFill>
                  <a:schemeClr val="tx1"/>
                </a:solidFill>
              </a:rPr>
              <a:t>email: shui.yu@uts.edu.au</a:t>
            </a:r>
          </a:p>
        </p:txBody>
      </p:sp>
      <p:pic>
        <p:nvPicPr>
          <p:cNvPr id="4" name="Picture 5" descr="monet paintings">
            <a:hlinkClick r:id="rId2"/>
            <a:extLst>
              <a:ext uri="{FF2B5EF4-FFF2-40B4-BE49-F238E27FC236}">
                <a16:creationId xmlns:a16="http://schemas.microsoft.com/office/drawing/2014/main" id="{8F1C63F9-FDC7-3431-B391-392238C5D37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667671" y="771226"/>
            <a:ext cx="4821156" cy="359520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51095194"/>
      </p:ext>
    </p:extLst>
  </p:cSld>
  <p:clrMapOvr>
    <a:masterClrMapping/>
  </p:clrMapOvr>
</p:sld>
</file>

<file path=ppt/theme/theme1.xml><?xml version="1.0" encoding="utf-8"?>
<a:theme xmlns:a="http://schemas.openxmlformats.org/drawingml/2006/main" name="UTS-Corp-16x9">
  <a:themeElements>
    <a:clrScheme name="Custom 2">
      <a:dk1>
        <a:sysClr val="windowText" lastClr="000000"/>
      </a:dk1>
      <a:lt1>
        <a:sysClr val="window" lastClr="FFFFFF"/>
      </a:lt1>
      <a:dk2>
        <a:srgbClr val="8CB7C7"/>
      </a:dk2>
      <a:lt2>
        <a:srgbClr val="8CB7C7"/>
      </a:lt2>
      <a:accent1>
        <a:srgbClr val="0078C9"/>
      </a:accent1>
      <a:accent2>
        <a:srgbClr val="8CB7C7"/>
      </a:accent2>
      <a:accent3>
        <a:srgbClr val="4853C5"/>
      </a:accent3>
      <a:accent4>
        <a:srgbClr val="9325B2"/>
      </a:accent4>
      <a:accent5>
        <a:srgbClr val="FFBC3E"/>
      </a:accent5>
      <a:accent6>
        <a:srgbClr val="76AE99"/>
      </a:accent6>
      <a:hlink>
        <a:srgbClr val="00AEEF"/>
      </a:hlink>
      <a:folHlink>
        <a:srgbClr val="9325B2"/>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07A8468A96921419EC8CB9BF791CD1B" ma:contentTypeVersion="3" ma:contentTypeDescription="Create a new document." ma:contentTypeScope="" ma:versionID="8e09059436c6d1085ff2e74b3772b035">
  <xsd:schema xmlns:xsd="http://www.w3.org/2001/XMLSchema" xmlns:xs="http://www.w3.org/2001/XMLSchema" xmlns:p="http://schemas.microsoft.com/office/2006/metadata/properties" xmlns:ns1="http://schemas.microsoft.com/sharepoint/v3" xmlns:ns2="eed576b4-51ef-4fde-88aa-d1998b7e86ab" xmlns:ns3="420b5d22-3341-4f60-b4d6-57d88f13fbf6" xmlns:ns4="599cdadb-518c-4a4c-85ba-dbf7adc631b4" targetNamespace="http://schemas.microsoft.com/office/2006/metadata/properties" ma:root="true" ma:fieldsID="ed8dc5b1fb6572d465f2cc67d2746df9" ns1:_="" ns2:_="" ns3:_="" ns4:_="">
    <xsd:import namespace="http://schemas.microsoft.com/sharepoint/v3"/>
    <xsd:import namespace="eed576b4-51ef-4fde-88aa-d1998b7e86ab"/>
    <xsd:import namespace="420b5d22-3341-4f60-b4d6-57d88f13fbf6"/>
    <xsd:import namespace="599cdadb-518c-4a4c-85ba-dbf7adc631b4"/>
    <xsd:element name="properties">
      <xsd:complexType>
        <xsd:sequence>
          <xsd:element name="documentManagement">
            <xsd:complexType>
              <xsd:all>
                <xsd:element ref="ns1:PublishingStartDate" minOccurs="0"/>
                <xsd:element ref="ns1:PublishingExpirationDate" minOccurs="0"/>
                <xsd:element ref="ns2:n7b07abd204a4b3c8743921084ee4455" minOccurs="0"/>
                <xsd:element ref="ns3:TaxCatchAll" minOccurs="0"/>
                <xsd:element ref="ns4:KeyDocument" minOccurs="0"/>
                <xsd:element ref="ns3:Document_x0020_Typ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 ma:hidden="true" ma:internalName="PublishingStartDate">
      <xsd:simpleType>
        <xsd:restriction base="dms:Unknown"/>
      </xsd:simpleType>
    </xsd:element>
    <xsd:element name="PublishingExpirationDate" ma:index="9" nillable="true" ma:displayName="Scheduling End Date" ma:description=""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ed576b4-51ef-4fde-88aa-d1998b7e86ab" elementFormDefault="qualified">
    <xsd:import namespace="http://schemas.microsoft.com/office/2006/documentManagement/types"/>
    <xsd:import namespace="http://schemas.microsoft.com/office/infopath/2007/PartnerControls"/>
    <xsd:element name="n7b07abd204a4b3c8743921084ee4455" ma:index="10" nillable="true" ma:displayName="myaudience_0" ma:hidden="true" ma:internalName="n7b07abd204a4b3c8743921084ee4455">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20b5d22-3341-4f60-b4d6-57d88f13fbf6" elementFormDefault="qualified">
    <xsd:import namespace="http://schemas.microsoft.com/office/2006/documentManagement/types"/>
    <xsd:import namespace="http://schemas.microsoft.com/office/infopath/2007/PartnerControls"/>
    <xsd:element name="TaxCatchAll" ma:index="11" nillable="true" ma:displayName="Taxonomy Catch All Column" ma:hidden="true" ma:list="{4553cfad-a826-4f39-a88c-0650d3dda480}" ma:internalName="TaxCatchAll" ma:showField="CatchAllData" ma:web="b2ce3108-d608-492b-b71d-3b8d517a71f6">
      <xsd:complexType>
        <xsd:complexContent>
          <xsd:extension base="dms:MultiChoiceLookup">
            <xsd:sequence>
              <xsd:element name="Value" type="dms:Lookup" maxOccurs="unbounded" minOccurs="0" nillable="true"/>
            </xsd:sequence>
          </xsd:extension>
        </xsd:complexContent>
      </xsd:complexType>
    </xsd:element>
    <xsd:element name="Document_x0020_Type" ma:index="13" nillable="true" ma:displayName="Document Type" ma:default="Agenda" ma:format="Dropdown" ma:internalName="Document_x0020_Type" ma:readOnly="false">
      <xsd:simpleType>
        <xsd:restriction base="dms:Choice">
          <xsd:enumeration value="Agenda"/>
          <xsd:enumeration value="Architecture"/>
          <xsd:enumeration value="Business Case"/>
          <xsd:enumeration value="Communication Plan"/>
          <xsd:enumeration value="Design"/>
          <xsd:enumeration value="Diagram"/>
          <xsd:enumeration value="EOI"/>
          <xsd:enumeration value="General"/>
          <xsd:enumeration value="Implementation"/>
          <xsd:enumeration value="Invoice"/>
          <xsd:enumeration value="Issues Log"/>
          <xsd:enumeration value="Minutes"/>
          <xsd:enumeration value="Other"/>
          <xsd:enumeration value="PND"/>
          <xsd:enumeration value="Policy"/>
          <xsd:enumeration value="Presentation"/>
          <xsd:enumeration value="Project Plan"/>
          <xsd:enumeration value="Purchase Order"/>
          <xsd:enumeration value="Requirements"/>
          <xsd:enumeration value="Risk Log"/>
          <xsd:enumeration value="Scoping"/>
          <xsd:enumeration value="Status Report"/>
          <xsd:enumeration value="Tender"/>
          <xsd:enumeration value="Terms of Reference"/>
          <xsd:enumeration value="Testing"/>
        </xsd:restriction>
      </xsd:simpleType>
    </xsd:element>
  </xsd:schema>
  <xsd:schema xmlns:xsd="http://www.w3.org/2001/XMLSchema" xmlns:xs="http://www.w3.org/2001/XMLSchema" xmlns:dms="http://schemas.microsoft.com/office/2006/documentManagement/types" xmlns:pc="http://schemas.microsoft.com/office/infopath/2007/PartnerControls" targetNamespace="599cdadb-518c-4a4c-85ba-dbf7adc631b4" elementFormDefault="qualified">
    <xsd:import namespace="http://schemas.microsoft.com/office/2006/documentManagement/types"/>
    <xsd:import namespace="http://schemas.microsoft.com/office/infopath/2007/PartnerControls"/>
    <xsd:element name="KeyDocument" ma:index="12" nillable="true" ma:displayName="KeyDocument" ma:default="No" ma:format="Dropdown" ma:internalName="KeyDocument" ma:readOnly="false">
      <xsd:simpleType>
        <xsd:restriction base="dms:Choice">
          <xsd:enumeration value="No"/>
          <xsd:enumeration value="Y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KeyDocument xmlns="599cdadb-518c-4a4c-85ba-dbf7adc631b4">No</KeyDocument>
    <n7b07abd204a4b3c8743921084ee4455 xmlns="eed576b4-51ef-4fde-88aa-d1998b7e86ab" xsi:nil="true"/>
    <PublishingExpirationDate xmlns="http://schemas.microsoft.com/sharepoint/v3" xsi:nil="true"/>
    <Document_x0020_Type xmlns="420b5d22-3341-4f60-b4d6-57d88f13fbf6">Agenda</Document_x0020_Type>
    <PublishingStartDate xmlns="http://schemas.microsoft.com/sharepoint/v3" xsi:nil="true"/>
    <TaxCatchAll xmlns="420b5d22-3341-4f60-b4d6-57d88f13fbf6"/>
  </documentManagement>
</p:properties>
</file>

<file path=customXml/itemProps1.xml><?xml version="1.0" encoding="utf-8"?>
<ds:datastoreItem xmlns:ds="http://schemas.openxmlformats.org/officeDocument/2006/customXml" ds:itemID="{8506A871-0570-4C93-A5B1-9346D160FDA3}">
  <ds:schemaRefs>
    <ds:schemaRef ds:uri="http://schemas.microsoft.com/sharepoint/v3/contenttype/forms"/>
  </ds:schemaRefs>
</ds:datastoreItem>
</file>

<file path=customXml/itemProps2.xml><?xml version="1.0" encoding="utf-8"?>
<ds:datastoreItem xmlns:ds="http://schemas.openxmlformats.org/officeDocument/2006/customXml" ds:itemID="{3D717CFD-E037-4061-A51B-381CBE88C5D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eed576b4-51ef-4fde-88aa-d1998b7e86ab"/>
    <ds:schemaRef ds:uri="420b5d22-3341-4f60-b4d6-57d88f13fbf6"/>
    <ds:schemaRef ds:uri="599cdadb-518c-4a4c-85ba-dbf7adc631b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4C77909-F3CE-42A4-926B-779030D6FA50}">
  <ds:schemaRefs>
    <ds:schemaRef ds:uri="420b5d22-3341-4f60-b4d6-57d88f13fbf6"/>
    <ds:schemaRef ds:uri="http://schemas.microsoft.com/office/2006/metadata/properties"/>
    <ds:schemaRef ds:uri="http://purl.org/dc/elements/1.1/"/>
    <ds:schemaRef ds:uri="http://schemas.microsoft.com/office/2006/documentManagement/types"/>
    <ds:schemaRef ds:uri="599cdadb-518c-4a4c-85ba-dbf7adc631b4"/>
    <ds:schemaRef ds:uri="http://schemas.microsoft.com/sharepoint/v3"/>
    <ds:schemaRef ds:uri="http://purl.org/dc/dcmitype/"/>
    <ds:schemaRef ds:uri="http://purl.org/dc/terms/"/>
    <ds:schemaRef ds:uri="http://www.w3.org/XML/1998/namespace"/>
    <ds:schemaRef ds:uri="eed576b4-51ef-4fde-88aa-d1998b7e86ab"/>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UTS-Corp-16x9</Template>
  <TotalTime>785</TotalTime>
  <Words>924</Words>
  <Application>Microsoft Office PowerPoint</Application>
  <PresentationFormat>On-screen Show (16:9)</PresentationFormat>
  <Paragraphs>141</Paragraphs>
  <Slides>21</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.AppleSystemUIFont</vt:lpstr>
      <vt:lpstr>Myriad Pro</vt:lpstr>
      <vt:lpstr>Arial</vt:lpstr>
      <vt:lpstr>Calibri</vt:lpstr>
      <vt:lpstr>Segoe UI</vt:lpstr>
      <vt:lpstr>Times New Roman</vt:lpstr>
      <vt:lpstr>UTS-Corp-16x9</vt:lpstr>
      <vt:lpstr>41183 PRIVACY PRESERVING</vt:lpstr>
      <vt:lpstr>Teaching Team</vt:lpstr>
      <vt:lpstr>Lectures (online)  </vt:lpstr>
      <vt:lpstr>Lab sessions </vt:lpstr>
      <vt:lpstr>Assessment </vt:lpstr>
      <vt:lpstr>aims of the subject</vt:lpstr>
      <vt:lpstr>What is privacy </vt:lpstr>
      <vt:lpstr>What is privacy </vt:lpstr>
      <vt:lpstr>What is digital privacy</vt:lpstr>
      <vt:lpstr>What is digital privacy</vt:lpstr>
      <vt:lpstr>What is digital privacy</vt:lpstr>
      <vt:lpstr>Difference between privacy and security</vt:lpstr>
      <vt:lpstr>Digital privacy</vt:lpstr>
      <vt:lpstr>PowerPoint Presentation</vt:lpstr>
      <vt:lpstr>PowerPoint Presentation</vt:lpstr>
      <vt:lpstr>A curator may not be trustworthy</vt:lpstr>
      <vt:lpstr>Roadmap of the subject </vt:lpstr>
      <vt:lpstr>References</vt:lpstr>
      <vt:lpstr>New directions of privacy protection</vt:lpstr>
      <vt:lpstr>Is (Unconditional) Blind Computing Possible ?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Massimo Piccardi</dc:creator>
  <cp:lastModifiedBy>Shui Yu</cp:lastModifiedBy>
  <cp:revision>28</cp:revision>
  <dcterms:created xsi:type="dcterms:W3CDTF">2015-05-09T21:23:29Z</dcterms:created>
  <dcterms:modified xsi:type="dcterms:W3CDTF">2026-07-27T02:54:23Z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0x010100D07A8468A96921419EC8CB9BF791CD1B</vt:lpwstr>
  </property>
  <property fmtid="{D5CDD505-2E9C-101B-9397-08002B2CF9AE}" pid="3" name="MSIP_Label_51a6c3db-1667-4f49-995a-8b9973972958_Enabled">
    <vt:lpwstr>true</vt:lpwstr>
  </property>
  <property fmtid="{D5CDD505-2E9C-101B-9397-08002B2CF9AE}" pid="4" name="MSIP_Label_51a6c3db-1667-4f49-995a-8b9973972958_SetDate">
    <vt:lpwstr>2023-08-01T04:26:50Z</vt:lpwstr>
  </property>
  <property fmtid="{D5CDD505-2E9C-101B-9397-08002B2CF9AE}" pid="5" name="MSIP_Label_51a6c3db-1667-4f49-995a-8b9973972958_Method">
    <vt:lpwstr>Standard</vt:lpwstr>
  </property>
  <property fmtid="{D5CDD505-2E9C-101B-9397-08002B2CF9AE}" pid="6" name="MSIP_Label_51a6c3db-1667-4f49-995a-8b9973972958_Name">
    <vt:lpwstr>UTS-Internal</vt:lpwstr>
  </property>
  <property fmtid="{D5CDD505-2E9C-101B-9397-08002B2CF9AE}" pid="7" name="MSIP_Label_51a6c3db-1667-4f49-995a-8b9973972958_SiteId">
    <vt:lpwstr>e8911c26-cf9f-4a9c-878e-527807be8791</vt:lpwstr>
  </property>
  <property fmtid="{D5CDD505-2E9C-101B-9397-08002B2CF9AE}" pid="8" name="MSIP_Label_51a6c3db-1667-4f49-995a-8b9973972958_ActionId">
    <vt:lpwstr>ae04b667-e8d2-4421-9e19-4b4c345511a0</vt:lpwstr>
  </property>
  <property fmtid="{D5CDD505-2E9C-101B-9397-08002B2CF9AE}" pid="9" name="MSIP_Label_51a6c3db-1667-4f49-995a-8b9973972958_ContentBits">
    <vt:lpwstr>0</vt:lpwstr>
  </property>
</Properties>
</file>